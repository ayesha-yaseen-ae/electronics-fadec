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yesha " initials="AY" lastIdx="1" clrIdx="0">
    <p:extLst>
      <p:ext uri="{19B8F6BF-5375-455C-9EA6-DF929625EA0E}">
        <p15:presenceInfo xmlns:p15="http://schemas.microsoft.com/office/powerpoint/2012/main" userId="03621e2c56ec73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06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63" autoAdjust="0"/>
    <p:restoredTop sz="94660"/>
  </p:normalViewPr>
  <p:slideViewPr>
    <p:cSldViewPr snapToGrid="0">
      <p:cViewPr varScale="1">
        <p:scale>
          <a:sx n="42" d="100"/>
          <a:sy n="42" d="100"/>
        </p:scale>
        <p:origin x="56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02T20:04:40.818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D35C57-97D9-43FD-9C54-7654DC5448B6}" type="doc">
      <dgm:prSet loTypeId="urn:microsoft.com/office/officeart/2005/8/layout/list1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7A66A8C-0BF8-47B8-89DF-462997469958}">
      <dgm:prSet phldrT="[Text]" custT="1"/>
      <dgm:spPr/>
      <dgm:t>
        <a:bodyPr/>
        <a:lstStyle/>
        <a:p>
          <a:r>
            <a:rPr lang="en-US" sz="1800" dirty="0" smtClean="0"/>
            <a:t>MANUAL MOTOR CONTROL</a:t>
          </a:r>
          <a:endParaRPr lang="en-US" sz="1800" dirty="0"/>
        </a:p>
      </dgm:t>
    </dgm:pt>
    <dgm:pt modelId="{AD9E124C-5260-480B-9DDF-E797AE87ED59}" type="parTrans" cxnId="{8ACE86B1-8021-4852-BDF3-4EFE7D448D8D}">
      <dgm:prSet/>
      <dgm:spPr/>
      <dgm:t>
        <a:bodyPr/>
        <a:lstStyle/>
        <a:p>
          <a:endParaRPr lang="en-US" sz="2000"/>
        </a:p>
      </dgm:t>
    </dgm:pt>
    <dgm:pt modelId="{53D84347-8AF5-475A-A43B-DF17895B4751}" type="sibTrans" cxnId="{8ACE86B1-8021-4852-BDF3-4EFE7D448D8D}">
      <dgm:prSet/>
      <dgm:spPr/>
      <dgm:t>
        <a:bodyPr/>
        <a:lstStyle/>
        <a:p>
          <a:endParaRPr lang="en-US" sz="2000"/>
        </a:p>
      </dgm:t>
    </dgm:pt>
    <dgm:pt modelId="{E3207A33-A349-4BC9-8AB5-72F58074A09E}">
      <dgm:prSet phldrT="[Text]" custT="1"/>
      <dgm:spPr/>
      <dgm:t>
        <a:bodyPr/>
        <a:lstStyle/>
        <a:p>
          <a:r>
            <a:rPr lang="en-US" sz="1800" dirty="0" smtClean="0"/>
            <a:t>NO FEEDBACK</a:t>
          </a:r>
          <a:endParaRPr lang="en-US" sz="1800" dirty="0"/>
        </a:p>
      </dgm:t>
    </dgm:pt>
    <dgm:pt modelId="{AB6107F0-2FB9-4835-85AF-A9C0CA0DB098}" type="parTrans" cxnId="{6E6712EA-827E-45A6-A54C-DF7980E8B609}">
      <dgm:prSet/>
      <dgm:spPr/>
      <dgm:t>
        <a:bodyPr/>
        <a:lstStyle/>
        <a:p>
          <a:endParaRPr lang="en-US" sz="2000"/>
        </a:p>
      </dgm:t>
    </dgm:pt>
    <dgm:pt modelId="{3E6292B3-23F7-404A-B7C9-051CFE44D57C}" type="sibTrans" cxnId="{6E6712EA-827E-45A6-A54C-DF7980E8B609}">
      <dgm:prSet/>
      <dgm:spPr/>
      <dgm:t>
        <a:bodyPr/>
        <a:lstStyle/>
        <a:p>
          <a:endParaRPr lang="en-US" sz="2000"/>
        </a:p>
      </dgm:t>
    </dgm:pt>
    <dgm:pt modelId="{7E1242E5-7B2C-45FB-AAD9-4E7B06A09242}">
      <dgm:prSet phldrT="[Text]" custT="1"/>
      <dgm:spPr/>
      <dgm:t>
        <a:bodyPr/>
        <a:lstStyle/>
        <a:p>
          <a:r>
            <a:rPr lang="en-US" sz="1800" dirty="0" smtClean="0"/>
            <a:t>NO SAFETY INTERLOCKS </a:t>
          </a:r>
          <a:endParaRPr lang="en-US" sz="1800" dirty="0"/>
        </a:p>
      </dgm:t>
    </dgm:pt>
    <dgm:pt modelId="{77E08EB3-4E9B-4490-9A92-8F3CF9DCECE2}" type="parTrans" cxnId="{2B286334-06C6-47EA-AFD5-3B46B9A77334}">
      <dgm:prSet/>
      <dgm:spPr/>
      <dgm:t>
        <a:bodyPr/>
        <a:lstStyle/>
        <a:p>
          <a:endParaRPr lang="en-US" sz="2000"/>
        </a:p>
      </dgm:t>
    </dgm:pt>
    <dgm:pt modelId="{A93CA5CB-A72C-4D58-92B5-24249B1D5F08}" type="sibTrans" cxnId="{2B286334-06C6-47EA-AFD5-3B46B9A77334}">
      <dgm:prSet/>
      <dgm:spPr/>
      <dgm:t>
        <a:bodyPr/>
        <a:lstStyle/>
        <a:p>
          <a:endParaRPr lang="en-US" sz="2000"/>
        </a:p>
      </dgm:t>
    </dgm:pt>
    <dgm:pt modelId="{5DC6B815-15C5-4D11-A566-985DBEB919B6}" type="pres">
      <dgm:prSet presAssocID="{5FD35C57-97D9-43FD-9C54-7654DC5448B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36FD080-1194-4693-B2E1-85C116852797}" type="pres">
      <dgm:prSet presAssocID="{B7A66A8C-0BF8-47B8-89DF-462997469958}" presName="parentLin" presStyleCnt="0"/>
      <dgm:spPr/>
    </dgm:pt>
    <dgm:pt modelId="{75273536-DE0D-4C1E-854D-56F8B3EB2566}" type="pres">
      <dgm:prSet presAssocID="{B7A66A8C-0BF8-47B8-89DF-462997469958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4DCA5E50-C827-4FD0-9889-62C7C4CFA70D}" type="pres">
      <dgm:prSet presAssocID="{B7A66A8C-0BF8-47B8-89DF-462997469958}" presName="parentText" presStyleLbl="node1" presStyleIdx="0" presStyleCnt="3" custLinFactNeighborY="-366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AB0A28-0653-4C4C-B9E8-F445A7F93A0B}" type="pres">
      <dgm:prSet presAssocID="{B7A66A8C-0BF8-47B8-89DF-462997469958}" presName="negativeSpace" presStyleCnt="0"/>
      <dgm:spPr/>
    </dgm:pt>
    <dgm:pt modelId="{15E5243D-2662-4B05-89FB-1FCDA43BEB26}" type="pres">
      <dgm:prSet presAssocID="{B7A66A8C-0BF8-47B8-89DF-462997469958}" presName="childText" presStyleLbl="conFgAcc1" presStyleIdx="0" presStyleCnt="3">
        <dgm:presLayoutVars>
          <dgm:bulletEnabled val="1"/>
        </dgm:presLayoutVars>
      </dgm:prSet>
      <dgm:spPr/>
    </dgm:pt>
    <dgm:pt modelId="{EE69E4B9-B6BA-4425-B7E3-1B00912B9FB4}" type="pres">
      <dgm:prSet presAssocID="{53D84347-8AF5-475A-A43B-DF17895B4751}" presName="spaceBetweenRectangles" presStyleCnt="0"/>
      <dgm:spPr/>
    </dgm:pt>
    <dgm:pt modelId="{2202140B-1A7C-4CAE-BCBD-14126325C816}" type="pres">
      <dgm:prSet presAssocID="{E3207A33-A349-4BC9-8AB5-72F58074A09E}" presName="parentLin" presStyleCnt="0"/>
      <dgm:spPr/>
    </dgm:pt>
    <dgm:pt modelId="{FFF3D6C0-D7A7-4C56-B07C-21A34D57A29A}" type="pres">
      <dgm:prSet presAssocID="{E3207A33-A349-4BC9-8AB5-72F58074A09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84FA0E73-AECE-4E2C-AC67-8F38B4512C92}" type="pres">
      <dgm:prSet presAssocID="{E3207A33-A349-4BC9-8AB5-72F58074A09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0C3D42-F38E-49D1-93AD-F295ADB93256}" type="pres">
      <dgm:prSet presAssocID="{E3207A33-A349-4BC9-8AB5-72F58074A09E}" presName="negativeSpace" presStyleCnt="0"/>
      <dgm:spPr/>
    </dgm:pt>
    <dgm:pt modelId="{08DBF6DA-B658-4584-BEDD-67E1D5CC40A0}" type="pres">
      <dgm:prSet presAssocID="{E3207A33-A349-4BC9-8AB5-72F58074A09E}" presName="childText" presStyleLbl="conFgAcc1" presStyleIdx="1" presStyleCnt="3">
        <dgm:presLayoutVars>
          <dgm:bulletEnabled val="1"/>
        </dgm:presLayoutVars>
      </dgm:prSet>
      <dgm:spPr/>
    </dgm:pt>
    <dgm:pt modelId="{193B30B3-EBA4-4F05-A193-1FD038DABA59}" type="pres">
      <dgm:prSet presAssocID="{3E6292B3-23F7-404A-B7C9-051CFE44D57C}" presName="spaceBetweenRectangles" presStyleCnt="0"/>
      <dgm:spPr/>
    </dgm:pt>
    <dgm:pt modelId="{6F65B6A5-9834-455E-AAB1-FD1AA230FF56}" type="pres">
      <dgm:prSet presAssocID="{7E1242E5-7B2C-45FB-AAD9-4E7B06A09242}" presName="parentLin" presStyleCnt="0"/>
      <dgm:spPr/>
    </dgm:pt>
    <dgm:pt modelId="{FD0B93DE-2CC2-48E3-B7CF-0D12879C6B82}" type="pres">
      <dgm:prSet presAssocID="{7E1242E5-7B2C-45FB-AAD9-4E7B06A09242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0456C1EF-9049-462D-91B2-BCA2515C5EFD}" type="pres">
      <dgm:prSet presAssocID="{7E1242E5-7B2C-45FB-AAD9-4E7B06A09242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D8E8A7-43C8-41A5-9696-14A6DCCCF52E}" type="pres">
      <dgm:prSet presAssocID="{7E1242E5-7B2C-45FB-AAD9-4E7B06A09242}" presName="negativeSpace" presStyleCnt="0"/>
      <dgm:spPr/>
    </dgm:pt>
    <dgm:pt modelId="{F847FEF8-9980-47FB-8A54-048D2C0D46E1}" type="pres">
      <dgm:prSet presAssocID="{7E1242E5-7B2C-45FB-AAD9-4E7B06A0924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CC27290-0CD6-4628-BB60-880A194C7039}" type="presOf" srcId="{7E1242E5-7B2C-45FB-AAD9-4E7B06A09242}" destId="{0456C1EF-9049-462D-91B2-BCA2515C5EFD}" srcOrd="1" destOrd="0" presId="urn:microsoft.com/office/officeart/2005/8/layout/list1"/>
    <dgm:cxn modelId="{AD40E181-E96C-4C8A-9CD4-D8E5789D7481}" type="presOf" srcId="{E3207A33-A349-4BC9-8AB5-72F58074A09E}" destId="{FFF3D6C0-D7A7-4C56-B07C-21A34D57A29A}" srcOrd="0" destOrd="0" presId="urn:microsoft.com/office/officeart/2005/8/layout/list1"/>
    <dgm:cxn modelId="{2B725A7C-6A4B-4422-839D-91DFFFB80582}" type="presOf" srcId="{7E1242E5-7B2C-45FB-AAD9-4E7B06A09242}" destId="{FD0B93DE-2CC2-48E3-B7CF-0D12879C6B82}" srcOrd="0" destOrd="0" presId="urn:microsoft.com/office/officeart/2005/8/layout/list1"/>
    <dgm:cxn modelId="{2B286334-06C6-47EA-AFD5-3B46B9A77334}" srcId="{5FD35C57-97D9-43FD-9C54-7654DC5448B6}" destId="{7E1242E5-7B2C-45FB-AAD9-4E7B06A09242}" srcOrd="2" destOrd="0" parTransId="{77E08EB3-4E9B-4490-9A92-8F3CF9DCECE2}" sibTransId="{A93CA5CB-A72C-4D58-92B5-24249B1D5F08}"/>
    <dgm:cxn modelId="{8ACE86B1-8021-4852-BDF3-4EFE7D448D8D}" srcId="{5FD35C57-97D9-43FD-9C54-7654DC5448B6}" destId="{B7A66A8C-0BF8-47B8-89DF-462997469958}" srcOrd="0" destOrd="0" parTransId="{AD9E124C-5260-480B-9DDF-E797AE87ED59}" sibTransId="{53D84347-8AF5-475A-A43B-DF17895B4751}"/>
    <dgm:cxn modelId="{166FE27D-A9A8-44CE-AFEF-DD48F3959DD6}" type="presOf" srcId="{E3207A33-A349-4BC9-8AB5-72F58074A09E}" destId="{84FA0E73-AECE-4E2C-AC67-8F38B4512C92}" srcOrd="1" destOrd="0" presId="urn:microsoft.com/office/officeart/2005/8/layout/list1"/>
    <dgm:cxn modelId="{678BC960-96A1-4F8D-8959-1F1E0006AA8C}" type="presOf" srcId="{B7A66A8C-0BF8-47B8-89DF-462997469958}" destId="{4DCA5E50-C827-4FD0-9889-62C7C4CFA70D}" srcOrd="1" destOrd="0" presId="urn:microsoft.com/office/officeart/2005/8/layout/list1"/>
    <dgm:cxn modelId="{7282CCE3-51F2-47CA-A8E1-E8DB4DB1EF2E}" type="presOf" srcId="{5FD35C57-97D9-43FD-9C54-7654DC5448B6}" destId="{5DC6B815-15C5-4D11-A566-985DBEB919B6}" srcOrd="0" destOrd="0" presId="urn:microsoft.com/office/officeart/2005/8/layout/list1"/>
    <dgm:cxn modelId="{6E6712EA-827E-45A6-A54C-DF7980E8B609}" srcId="{5FD35C57-97D9-43FD-9C54-7654DC5448B6}" destId="{E3207A33-A349-4BC9-8AB5-72F58074A09E}" srcOrd="1" destOrd="0" parTransId="{AB6107F0-2FB9-4835-85AF-A9C0CA0DB098}" sibTransId="{3E6292B3-23F7-404A-B7C9-051CFE44D57C}"/>
    <dgm:cxn modelId="{DCA86B58-E8B0-4232-A83B-534DE00CFA1B}" type="presOf" srcId="{B7A66A8C-0BF8-47B8-89DF-462997469958}" destId="{75273536-DE0D-4C1E-854D-56F8B3EB2566}" srcOrd="0" destOrd="0" presId="urn:microsoft.com/office/officeart/2005/8/layout/list1"/>
    <dgm:cxn modelId="{CC785E24-3FD4-4903-B3AF-900140F07021}" type="presParOf" srcId="{5DC6B815-15C5-4D11-A566-985DBEB919B6}" destId="{036FD080-1194-4693-B2E1-85C116852797}" srcOrd="0" destOrd="0" presId="urn:microsoft.com/office/officeart/2005/8/layout/list1"/>
    <dgm:cxn modelId="{809BBA0B-FFFC-429B-8EAA-887F60AC478B}" type="presParOf" srcId="{036FD080-1194-4693-B2E1-85C116852797}" destId="{75273536-DE0D-4C1E-854D-56F8B3EB2566}" srcOrd="0" destOrd="0" presId="urn:microsoft.com/office/officeart/2005/8/layout/list1"/>
    <dgm:cxn modelId="{763F221F-0778-4B0A-A609-F3EFCBC2A891}" type="presParOf" srcId="{036FD080-1194-4693-B2E1-85C116852797}" destId="{4DCA5E50-C827-4FD0-9889-62C7C4CFA70D}" srcOrd="1" destOrd="0" presId="urn:microsoft.com/office/officeart/2005/8/layout/list1"/>
    <dgm:cxn modelId="{B17E7213-96ED-4BE5-A007-07E0DF9167FC}" type="presParOf" srcId="{5DC6B815-15C5-4D11-A566-985DBEB919B6}" destId="{BDAB0A28-0653-4C4C-B9E8-F445A7F93A0B}" srcOrd="1" destOrd="0" presId="urn:microsoft.com/office/officeart/2005/8/layout/list1"/>
    <dgm:cxn modelId="{3171B2F1-7E9A-4BAE-B933-154B3070AD22}" type="presParOf" srcId="{5DC6B815-15C5-4D11-A566-985DBEB919B6}" destId="{15E5243D-2662-4B05-89FB-1FCDA43BEB26}" srcOrd="2" destOrd="0" presId="urn:microsoft.com/office/officeart/2005/8/layout/list1"/>
    <dgm:cxn modelId="{2A021380-6117-4E36-88C5-D94338B4F9F5}" type="presParOf" srcId="{5DC6B815-15C5-4D11-A566-985DBEB919B6}" destId="{EE69E4B9-B6BA-4425-B7E3-1B00912B9FB4}" srcOrd="3" destOrd="0" presId="urn:microsoft.com/office/officeart/2005/8/layout/list1"/>
    <dgm:cxn modelId="{81118C38-24BE-4F1E-9E15-EA1D4E4038EF}" type="presParOf" srcId="{5DC6B815-15C5-4D11-A566-985DBEB919B6}" destId="{2202140B-1A7C-4CAE-BCBD-14126325C816}" srcOrd="4" destOrd="0" presId="urn:microsoft.com/office/officeart/2005/8/layout/list1"/>
    <dgm:cxn modelId="{E4CBEE00-6F36-4DD5-AF97-630B4FBE4EE2}" type="presParOf" srcId="{2202140B-1A7C-4CAE-BCBD-14126325C816}" destId="{FFF3D6C0-D7A7-4C56-B07C-21A34D57A29A}" srcOrd="0" destOrd="0" presId="urn:microsoft.com/office/officeart/2005/8/layout/list1"/>
    <dgm:cxn modelId="{DF1A45B3-FE3D-46C5-A030-A77E687A5D86}" type="presParOf" srcId="{2202140B-1A7C-4CAE-BCBD-14126325C816}" destId="{84FA0E73-AECE-4E2C-AC67-8F38B4512C92}" srcOrd="1" destOrd="0" presId="urn:microsoft.com/office/officeart/2005/8/layout/list1"/>
    <dgm:cxn modelId="{63077140-D088-468E-856C-D4EEDF40FC53}" type="presParOf" srcId="{5DC6B815-15C5-4D11-A566-985DBEB919B6}" destId="{300C3D42-F38E-49D1-93AD-F295ADB93256}" srcOrd="5" destOrd="0" presId="urn:microsoft.com/office/officeart/2005/8/layout/list1"/>
    <dgm:cxn modelId="{66C1D292-B69C-46E3-83B8-EAB9708DAC31}" type="presParOf" srcId="{5DC6B815-15C5-4D11-A566-985DBEB919B6}" destId="{08DBF6DA-B658-4584-BEDD-67E1D5CC40A0}" srcOrd="6" destOrd="0" presId="urn:microsoft.com/office/officeart/2005/8/layout/list1"/>
    <dgm:cxn modelId="{343FF8E9-783C-4065-949D-74BD83950B79}" type="presParOf" srcId="{5DC6B815-15C5-4D11-A566-985DBEB919B6}" destId="{193B30B3-EBA4-4F05-A193-1FD038DABA59}" srcOrd="7" destOrd="0" presId="urn:microsoft.com/office/officeart/2005/8/layout/list1"/>
    <dgm:cxn modelId="{EA8FCF0B-9FF1-462E-8E33-34BFF971C534}" type="presParOf" srcId="{5DC6B815-15C5-4D11-A566-985DBEB919B6}" destId="{6F65B6A5-9834-455E-AAB1-FD1AA230FF56}" srcOrd="8" destOrd="0" presId="urn:microsoft.com/office/officeart/2005/8/layout/list1"/>
    <dgm:cxn modelId="{A2247452-9971-46A9-A2C1-F237D7ED32AB}" type="presParOf" srcId="{6F65B6A5-9834-455E-AAB1-FD1AA230FF56}" destId="{FD0B93DE-2CC2-48E3-B7CF-0D12879C6B82}" srcOrd="0" destOrd="0" presId="urn:microsoft.com/office/officeart/2005/8/layout/list1"/>
    <dgm:cxn modelId="{25BF2C1A-305C-4D50-A0C7-E72986533C97}" type="presParOf" srcId="{6F65B6A5-9834-455E-AAB1-FD1AA230FF56}" destId="{0456C1EF-9049-462D-91B2-BCA2515C5EFD}" srcOrd="1" destOrd="0" presId="urn:microsoft.com/office/officeart/2005/8/layout/list1"/>
    <dgm:cxn modelId="{DF78275E-1C52-4769-8427-68897D6F9639}" type="presParOf" srcId="{5DC6B815-15C5-4D11-A566-985DBEB919B6}" destId="{84D8E8A7-43C8-41A5-9696-14A6DCCCF52E}" srcOrd="9" destOrd="0" presId="urn:microsoft.com/office/officeart/2005/8/layout/list1"/>
    <dgm:cxn modelId="{9B7320F6-4CB4-44AA-A6AF-F31424E8251B}" type="presParOf" srcId="{5DC6B815-15C5-4D11-A566-985DBEB919B6}" destId="{F847FEF8-9980-47FB-8A54-048D2C0D46E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7A2721-7AA5-46CB-9F8C-86008A8D2C13}" type="doc">
      <dgm:prSet loTypeId="urn:microsoft.com/office/officeart/2005/8/layout/list1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B314979-95FF-4C5F-B105-01A46763AB2B}">
      <dgm:prSet phldrT="[Text]" custT="1"/>
      <dgm:spPr/>
      <dgm:t>
        <a:bodyPr/>
        <a:lstStyle/>
        <a:p>
          <a:r>
            <a:rPr lang="en-US" sz="1800" dirty="0" smtClean="0"/>
            <a:t>INTELLIEGNT AUTOMATION</a:t>
          </a:r>
          <a:endParaRPr lang="en-US" sz="1800" dirty="0"/>
        </a:p>
      </dgm:t>
    </dgm:pt>
    <dgm:pt modelId="{6DE84CBF-2532-4890-BAAB-372E8144E66F}" type="parTrans" cxnId="{F4E750C6-EDBF-4265-876F-F630A45A27CD}">
      <dgm:prSet/>
      <dgm:spPr/>
      <dgm:t>
        <a:bodyPr/>
        <a:lstStyle/>
        <a:p>
          <a:endParaRPr lang="en-US" sz="2000"/>
        </a:p>
      </dgm:t>
    </dgm:pt>
    <dgm:pt modelId="{8920378A-D325-4F94-97D4-556D0AECC7CA}" type="sibTrans" cxnId="{F4E750C6-EDBF-4265-876F-F630A45A27CD}">
      <dgm:prSet/>
      <dgm:spPr/>
      <dgm:t>
        <a:bodyPr/>
        <a:lstStyle/>
        <a:p>
          <a:endParaRPr lang="en-US" sz="2000"/>
        </a:p>
      </dgm:t>
    </dgm:pt>
    <dgm:pt modelId="{53D3703D-2D2A-45C1-ADA0-B70E2C9AAA6F}">
      <dgm:prSet phldrT="[Text]" custT="1"/>
      <dgm:spPr/>
      <dgm:t>
        <a:bodyPr/>
        <a:lstStyle/>
        <a:p>
          <a:r>
            <a:rPr lang="en-US" sz="1800" dirty="0" smtClean="0"/>
            <a:t>THERMAL PROTECTION</a:t>
          </a:r>
          <a:endParaRPr lang="en-US" sz="1800" dirty="0"/>
        </a:p>
      </dgm:t>
    </dgm:pt>
    <dgm:pt modelId="{31078338-69EF-4ECF-A6B9-C77356B8E39E}" type="parTrans" cxnId="{FD112068-A2AB-44BC-B1BD-19490BA99AFF}">
      <dgm:prSet/>
      <dgm:spPr/>
      <dgm:t>
        <a:bodyPr/>
        <a:lstStyle/>
        <a:p>
          <a:endParaRPr lang="en-US" sz="2000"/>
        </a:p>
      </dgm:t>
    </dgm:pt>
    <dgm:pt modelId="{2600A47A-BC71-4FDE-B8DB-743C37AC0759}" type="sibTrans" cxnId="{FD112068-A2AB-44BC-B1BD-19490BA99AFF}">
      <dgm:prSet/>
      <dgm:spPr/>
      <dgm:t>
        <a:bodyPr/>
        <a:lstStyle/>
        <a:p>
          <a:endParaRPr lang="en-US" sz="2000"/>
        </a:p>
      </dgm:t>
    </dgm:pt>
    <dgm:pt modelId="{7A02B3CC-BC4B-4FB4-9631-B5B5A9B6EC4C}">
      <dgm:prSet phldrT="[Text]" custT="1"/>
      <dgm:spPr/>
      <dgm:t>
        <a:bodyPr/>
        <a:lstStyle/>
        <a:p>
          <a:r>
            <a:rPr lang="en-US" sz="1800" dirty="0" smtClean="0"/>
            <a:t>STABLE SPEED REGULATION</a:t>
          </a:r>
          <a:endParaRPr lang="en-US" sz="1800" dirty="0"/>
        </a:p>
      </dgm:t>
    </dgm:pt>
    <dgm:pt modelId="{87724FC9-E318-4145-A1B1-6C422E539908}" type="parTrans" cxnId="{8382EC20-EC0E-4536-A016-1BAFA13E6663}">
      <dgm:prSet/>
      <dgm:spPr/>
      <dgm:t>
        <a:bodyPr/>
        <a:lstStyle/>
        <a:p>
          <a:endParaRPr lang="en-US" sz="2000"/>
        </a:p>
      </dgm:t>
    </dgm:pt>
    <dgm:pt modelId="{20C9C61A-DEC9-4635-80B7-02BC6031CA30}" type="sibTrans" cxnId="{8382EC20-EC0E-4536-A016-1BAFA13E6663}">
      <dgm:prSet/>
      <dgm:spPr/>
      <dgm:t>
        <a:bodyPr/>
        <a:lstStyle/>
        <a:p>
          <a:endParaRPr lang="en-US" sz="2000"/>
        </a:p>
      </dgm:t>
    </dgm:pt>
    <dgm:pt modelId="{1FAA08D3-B928-4213-BE1E-B61D43665BCC}" type="pres">
      <dgm:prSet presAssocID="{E47A2721-7AA5-46CB-9F8C-86008A8D2C1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9EA971-64D3-4B7C-B9EC-B513773816EF}" type="pres">
      <dgm:prSet presAssocID="{AB314979-95FF-4C5F-B105-01A46763AB2B}" presName="parentLin" presStyleCnt="0"/>
      <dgm:spPr/>
    </dgm:pt>
    <dgm:pt modelId="{08BA1D59-43E3-4B96-A821-25AE5AF4278D}" type="pres">
      <dgm:prSet presAssocID="{AB314979-95FF-4C5F-B105-01A46763AB2B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A4FE936B-C000-48C0-A938-5AF227E3DA4E}" type="pres">
      <dgm:prSet presAssocID="{AB314979-95FF-4C5F-B105-01A46763AB2B}" presName="parentText" presStyleLbl="node1" presStyleIdx="0" presStyleCnt="3" custLinFactNeighborY="182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C7B2CEA-BE7F-41D4-B95F-37C77031DEAF}" type="pres">
      <dgm:prSet presAssocID="{AB314979-95FF-4C5F-B105-01A46763AB2B}" presName="negativeSpace" presStyleCnt="0"/>
      <dgm:spPr/>
    </dgm:pt>
    <dgm:pt modelId="{A52F545A-5684-44F6-A91C-4D464CB8EFE7}" type="pres">
      <dgm:prSet presAssocID="{AB314979-95FF-4C5F-B105-01A46763AB2B}" presName="childText" presStyleLbl="conFgAcc1" presStyleIdx="0" presStyleCnt="3">
        <dgm:presLayoutVars>
          <dgm:bulletEnabled val="1"/>
        </dgm:presLayoutVars>
      </dgm:prSet>
      <dgm:spPr/>
    </dgm:pt>
    <dgm:pt modelId="{69F58BEB-58D8-47C8-8EBC-FDEC153A0A9D}" type="pres">
      <dgm:prSet presAssocID="{8920378A-D325-4F94-97D4-556D0AECC7CA}" presName="spaceBetweenRectangles" presStyleCnt="0"/>
      <dgm:spPr/>
    </dgm:pt>
    <dgm:pt modelId="{0E167C0A-F38F-4456-9BDC-08B493EDAB6A}" type="pres">
      <dgm:prSet presAssocID="{53D3703D-2D2A-45C1-ADA0-B70E2C9AAA6F}" presName="parentLin" presStyleCnt="0"/>
      <dgm:spPr/>
    </dgm:pt>
    <dgm:pt modelId="{FAB8CE53-D02E-4672-898A-57DEFCBDEB5C}" type="pres">
      <dgm:prSet presAssocID="{53D3703D-2D2A-45C1-ADA0-B70E2C9AAA6F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F9F4135-520A-4256-8D52-63768359A958}" type="pres">
      <dgm:prSet presAssocID="{53D3703D-2D2A-45C1-ADA0-B70E2C9AAA6F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E48D5F-9516-43A9-9C1C-8DCFF17366FB}" type="pres">
      <dgm:prSet presAssocID="{53D3703D-2D2A-45C1-ADA0-B70E2C9AAA6F}" presName="negativeSpace" presStyleCnt="0"/>
      <dgm:spPr/>
    </dgm:pt>
    <dgm:pt modelId="{B15AB1A9-2535-44CD-85E2-D66E79A2C96C}" type="pres">
      <dgm:prSet presAssocID="{53D3703D-2D2A-45C1-ADA0-B70E2C9AAA6F}" presName="childText" presStyleLbl="conFgAcc1" presStyleIdx="1" presStyleCnt="3">
        <dgm:presLayoutVars>
          <dgm:bulletEnabled val="1"/>
        </dgm:presLayoutVars>
      </dgm:prSet>
      <dgm:spPr/>
    </dgm:pt>
    <dgm:pt modelId="{4C9F5F1E-A99F-4B66-8EA8-BB08DB0B86CE}" type="pres">
      <dgm:prSet presAssocID="{2600A47A-BC71-4FDE-B8DB-743C37AC0759}" presName="spaceBetweenRectangles" presStyleCnt="0"/>
      <dgm:spPr/>
    </dgm:pt>
    <dgm:pt modelId="{789FC9D6-FD7A-422F-9BE8-06E0C271BBB3}" type="pres">
      <dgm:prSet presAssocID="{7A02B3CC-BC4B-4FB4-9631-B5B5A9B6EC4C}" presName="parentLin" presStyleCnt="0"/>
      <dgm:spPr/>
    </dgm:pt>
    <dgm:pt modelId="{85CA26E1-4F8D-4FE9-AEDB-53B43B84E35E}" type="pres">
      <dgm:prSet presAssocID="{7A02B3CC-BC4B-4FB4-9631-B5B5A9B6EC4C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742C1EA1-7741-4C86-ACEE-63E3B37BB142}" type="pres">
      <dgm:prSet presAssocID="{7A02B3CC-BC4B-4FB4-9631-B5B5A9B6EC4C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C973DC-4334-4F59-ADEE-42832B874C31}" type="pres">
      <dgm:prSet presAssocID="{7A02B3CC-BC4B-4FB4-9631-B5B5A9B6EC4C}" presName="negativeSpace" presStyleCnt="0"/>
      <dgm:spPr/>
    </dgm:pt>
    <dgm:pt modelId="{6DA029A2-F72B-4F75-8212-E672C77F5248}" type="pres">
      <dgm:prSet presAssocID="{7A02B3CC-BC4B-4FB4-9631-B5B5A9B6EC4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627E933-E129-4825-B37A-8C5728FA970E}" type="presOf" srcId="{AB314979-95FF-4C5F-B105-01A46763AB2B}" destId="{A4FE936B-C000-48C0-A938-5AF227E3DA4E}" srcOrd="1" destOrd="0" presId="urn:microsoft.com/office/officeart/2005/8/layout/list1"/>
    <dgm:cxn modelId="{B4F38AEE-E179-46FD-94F6-1BB0B3111256}" type="presOf" srcId="{E47A2721-7AA5-46CB-9F8C-86008A8D2C13}" destId="{1FAA08D3-B928-4213-BE1E-B61D43665BCC}" srcOrd="0" destOrd="0" presId="urn:microsoft.com/office/officeart/2005/8/layout/list1"/>
    <dgm:cxn modelId="{07EB9AFB-C09E-49AE-BDB3-8955D20F73F6}" type="presOf" srcId="{AB314979-95FF-4C5F-B105-01A46763AB2B}" destId="{08BA1D59-43E3-4B96-A821-25AE5AF4278D}" srcOrd="0" destOrd="0" presId="urn:microsoft.com/office/officeart/2005/8/layout/list1"/>
    <dgm:cxn modelId="{8DBAA98A-68BC-4D83-9D20-21408392C837}" type="presOf" srcId="{53D3703D-2D2A-45C1-ADA0-B70E2C9AAA6F}" destId="{FAB8CE53-D02E-4672-898A-57DEFCBDEB5C}" srcOrd="0" destOrd="0" presId="urn:microsoft.com/office/officeart/2005/8/layout/list1"/>
    <dgm:cxn modelId="{FD112068-A2AB-44BC-B1BD-19490BA99AFF}" srcId="{E47A2721-7AA5-46CB-9F8C-86008A8D2C13}" destId="{53D3703D-2D2A-45C1-ADA0-B70E2C9AAA6F}" srcOrd="1" destOrd="0" parTransId="{31078338-69EF-4ECF-A6B9-C77356B8E39E}" sibTransId="{2600A47A-BC71-4FDE-B8DB-743C37AC0759}"/>
    <dgm:cxn modelId="{8382EC20-EC0E-4536-A016-1BAFA13E6663}" srcId="{E47A2721-7AA5-46CB-9F8C-86008A8D2C13}" destId="{7A02B3CC-BC4B-4FB4-9631-B5B5A9B6EC4C}" srcOrd="2" destOrd="0" parTransId="{87724FC9-E318-4145-A1B1-6C422E539908}" sibTransId="{20C9C61A-DEC9-4635-80B7-02BC6031CA30}"/>
    <dgm:cxn modelId="{E8E10DBE-6A4B-46AE-BFD6-5E546DE35B44}" type="presOf" srcId="{7A02B3CC-BC4B-4FB4-9631-B5B5A9B6EC4C}" destId="{742C1EA1-7741-4C86-ACEE-63E3B37BB142}" srcOrd="1" destOrd="0" presId="urn:microsoft.com/office/officeart/2005/8/layout/list1"/>
    <dgm:cxn modelId="{EBB66F9F-EE34-4A4E-A238-3F953A04BBFF}" type="presOf" srcId="{7A02B3CC-BC4B-4FB4-9631-B5B5A9B6EC4C}" destId="{85CA26E1-4F8D-4FE9-AEDB-53B43B84E35E}" srcOrd="0" destOrd="0" presId="urn:microsoft.com/office/officeart/2005/8/layout/list1"/>
    <dgm:cxn modelId="{66C0D72A-6191-47E4-B026-E10F3ED1A12E}" type="presOf" srcId="{53D3703D-2D2A-45C1-ADA0-B70E2C9AAA6F}" destId="{2F9F4135-520A-4256-8D52-63768359A958}" srcOrd="1" destOrd="0" presId="urn:microsoft.com/office/officeart/2005/8/layout/list1"/>
    <dgm:cxn modelId="{F4E750C6-EDBF-4265-876F-F630A45A27CD}" srcId="{E47A2721-7AA5-46CB-9F8C-86008A8D2C13}" destId="{AB314979-95FF-4C5F-B105-01A46763AB2B}" srcOrd="0" destOrd="0" parTransId="{6DE84CBF-2532-4890-BAAB-372E8144E66F}" sibTransId="{8920378A-D325-4F94-97D4-556D0AECC7CA}"/>
    <dgm:cxn modelId="{80D326FF-780D-49E4-AE30-94290E2B125D}" type="presParOf" srcId="{1FAA08D3-B928-4213-BE1E-B61D43665BCC}" destId="{029EA971-64D3-4B7C-B9EC-B513773816EF}" srcOrd="0" destOrd="0" presId="urn:microsoft.com/office/officeart/2005/8/layout/list1"/>
    <dgm:cxn modelId="{41B82B4C-74BD-4BEE-AA93-45593CB9B3C2}" type="presParOf" srcId="{029EA971-64D3-4B7C-B9EC-B513773816EF}" destId="{08BA1D59-43E3-4B96-A821-25AE5AF4278D}" srcOrd="0" destOrd="0" presId="urn:microsoft.com/office/officeart/2005/8/layout/list1"/>
    <dgm:cxn modelId="{ACA91E0E-0A8A-4C14-9581-BCB02F380B9D}" type="presParOf" srcId="{029EA971-64D3-4B7C-B9EC-B513773816EF}" destId="{A4FE936B-C000-48C0-A938-5AF227E3DA4E}" srcOrd="1" destOrd="0" presId="urn:microsoft.com/office/officeart/2005/8/layout/list1"/>
    <dgm:cxn modelId="{FA2F5FBB-C38E-4C97-B72C-1CE37F885FCF}" type="presParOf" srcId="{1FAA08D3-B928-4213-BE1E-B61D43665BCC}" destId="{1C7B2CEA-BE7F-41D4-B95F-37C77031DEAF}" srcOrd="1" destOrd="0" presId="urn:microsoft.com/office/officeart/2005/8/layout/list1"/>
    <dgm:cxn modelId="{17C2079F-B5C9-47DE-8DA7-3ABF48F236C2}" type="presParOf" srcId="{1FAA08D3-B928-4213-BE1E-B61D43665BCC}" destId="{A52F545A-5684-44F6-A91C-4D464CB8EFE7}" srcOrd="2" destOrd="0" presId="urn:microsoft.com/office/officeart/2005/8/layout/list1"/>
    <dgm:cxn modelId="{7B2AF7E2-09B1-46CA-B211-7F031A7A7DF8}" type="presParOf" srcId="{1FAA08D3-B928-4213-BE1E-B61D43665BCC}" destId="{69F58BEB-58D8-47C8-8EBC-FDEC153A0A9D}" srcOrd="3" destOrd="0" presId="urn:microsoft.com/office/officeart/2005/8/layout/list1"/>
    <dgm:cxn modelId="{05F577DD-5A6B-4C4F-9C06-C6E781123BFF}" type="presParOf" srcId="{1FAA08D3-B928-4213-BE1E-B61D43665BCC}" destId="{0E167C0A-F38F-4456-9BDC-08B493EDAB6A}" srcOrd="4" destOrd="0" presId="urn:microsoft.com/office/officeart/2005/8/layout/list1"/>
    <dgm:cxn modelId="{81873168-6AC5-4DB3-BDC0-5D2AF2CC31D0}" type="presParOf" srcId="{0E167C0A-F38F-4456-9BDC-08B493EDAB6A}" destId="{FAB8CE53-D02E-4672-898A-57DEFCBDEB5C}" srcOrd="0" destOrd="0" presId="urn:microsoft.com/office/officeart/2005/8/layout/list1"/>
    <dgm:cxn modelId="{76E70F5D-26CE-41B6-812B-6BBA59599D39}" type="presParOf" srcId="{0E167C0A-F38F-4456-9BDC-08B493EDAB6A}" destId="{2F9F4135-520A-4256-8D52-63768359A958}" srcOrd="1" destOrd="0" presId="urn:microsoft.com/office/officeart/2005/8/layout/list1"/>
    <dgm:cxn modelId="{BB9FAF6B-9199-4746-AD00-4E5DB831505B}" type="presParOf" srcId="{1FAA08D3-B928-4213-BE1E-B61D43665BCC}" destId="{DDE48D5F-9516-43A9-9C1C-8DCFF17366FB}" srcOrd="5" destOrd="0" presId="urn:microsoft.com/office/officeart/2005/8/layout/list1"/>
    <dgm:cxn modelId="{F71BD93B-8E18-4E59-B31D-FD084178A242}" type="presParOf" srcId="{1FAA08D3-B928-4213-BE1E-B61D43665BCC}" destId="{B15AB1A9-2535-44CD-85E2-D66E79A2C96C}" srcOrd="6" destOrd="0" presId="urn:microsoft.com/office/officeart/2005/8/layout/list1"/>
    <dgm:cxn modelId="{9D4D71E2-F7EB-4459-9FCF-13167AC01722}" type="presParOf" srcId="{1FAA08D3-B928-4213-BE1E-B61D43665BCC}" destId="{4C9F5F1E-A99F-4B66-8EA8-BB08DB0B86CE}" srcOrd="7" destOrd="0" presId="urn:microsoft.com/office/officeart/2005/8/layout/list1"/>
    <dgm:cxn modelId="{26413522-BC22-41A0-9001-F2A593277043}" type="presParOf" srcId="{1FAA08D3-B928-4213-BE1E-B61D43665BCC}" destId="{789FC9D6-FD7A-422F-9BE8-06E0C271BBB3}" srcOrd="8" destOrd="0" presId="urn:microsoft.com/office/officeart/2005/8/layout/list1"/>
    <dgm:cxn modelId="{48B21E64-35E4-4B1A-9220-20B8ADBD39BA}" type="presParOf" srcId="{789FC9D6-FD7A-422F-9BE8-06E0C271BBB3}" destId="{85CA26E1-4F8D-4FE9-AEDB-53B43B84E35E}" srcOrd="0" destOrd="0" presId="urn:microsoft.com/office/officeart/2005/8/layout/list1"/>
    <dgm:cxn modelId="{9718DC96-1699-49C4-802B-FAF8558E0F82}" type="presParOf" srcId="{789FC9D6-FD7A-422F-9BE8-06E0C271BBB3}" destId="{742C1EA1-7741-4C86-ACEE-63E3B37BB142}" srcOrd="1" destOrd="0" presId="urn:microsoft.com/office/officeart/2005/8/layout/list1"/>
    <dgm:cxn modelId="{E5CDEDCC-09DB-4644-A7B1-7430DE3DF5A2}" type="presParOf" srcId="{1FAA08D3-B928-4213-BE1E-B61D43665BCC}" destId="{2DC973DC-4334-4F59-ADEE-42832B874C31}" srcOrd="9" destOrd="0" presId="urn:microsoft.com/office/officeart/2005/8/layout/list1"/>
    <dgm:cxn modelId="{FF0A4674-14EF-460B-BD97-6D845AA29C7D}" type="presParOf" srcId="{1FAA08D3-B928-4213-BE1E-B61D43665BCC}" destId="{6DA029A2-F72B-4F75-8212-E672C77F524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385026-5FD5-4925-913C-FE0D9751632F}" type="doc">
      <dgm:prSet loTypeId="urn:microsoft.com/office/officeart/2009/3/layout/RandomtoResultProcess" loCatId="process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DB42E5F-9C49-48BA-BA5B-1ACC5B2D4E29}">
      <dgm:prSet phldrT="[Text]" custT="1"/>
      <dgm:spPr/>
      <dgm:t>
        <a:bodyPr/>
        <a:lstStyle/>
        <a:p>
          <a:pPr algn="ctr"/>
          <a:r>
            <a:rPr lang="en-US" sz="2000" b="1" dirty="0" smtClean="0">
              <a:effectLst/>
            </a:rPr>
            <a:t>THROTTLE </a:t>
          </a:r>
          <a:endParaRPr lang="en-US" sz="2000" b="1" dirty="0">
            <a:effectLst/>
          </a:endParaRPr>
        </a:p>
      </dgm:t>
    </dgm:pt>
    <dgm:pt modelId="{EA3B732E-EE71-4658-BA2B-7C4A0EFC4F07}" type="parTrans" cxnId="{7A6BC544-3CA6-4FE0-83AB-F66854F7A845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68ECD863-AC0D-4306-A296-A858B3C74D85}" type="sibTrans" cxnId="{7A6BC544-3CA6-4FE0-83AB-F66854F7A845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3EB7D278-2759-4063-82E6-86826CC2BCF4}">
      <dgm:prSet phldrT="[Text]" custT="1"/>
      <dgm:spPr/>
      <dgm:t>
        <a:bodyPr/>
        <a:lstStyle/>
        <a:p>
          <a:pPr algn="ctr"/>
          <a:r>
            <a:rPr lang="en-US" sz="2000" b="1" dirty="0" smtClean="0">
              <a:effectLst/>
            </a:rPr>
            <a:t>ARDUINO</a:t>
          </a:r>
          <a:endParaRPr lang="en-US" sz="2000" b="1" dirty="0">
            <a:effectLst/>
          </a:endParaRPr>
        </a:p>
      </dgm:t>
    </dgm:pt>
    <dgm:pt modelId="{93FBE442-609F-4A6C-9453-15C2304B317E}" type="parTrans" cxnId="{BFC415F4-708C-48B7-BFB1-16AFC63B32D6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9B78C04D-B591-4892-83C4-06E71F5DB57D}" type="sibTrans" cxnId="{BFC415F4-708C-48B7-BFB1-16AFC63B32D6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3389BF46-4267-4D23-907E-5429CEBC0E4F}">
      <dgm:prSet phldrT="[Text]" custT="1"/>
      <dgm:spPr/>
      <dgm:t>
        <a:bodyPr/>
        <a:lstStyle/>
        <a:p>
          <a:pPr algn="ctr"/>
          <a:r>
            <a:rPr lang="en-US" sz="2000" b="1" dirty="0" smtClean="0">
              <a:effectLst/>
            </a:rPr>
            <a:t>PWM </a:t>
          </a:r>
          <a:endParaRPr lang="en-US" sz="2000" b="1" dirty="0">
            <a:effectLst/>
          </a:endParaRPr>
        </a:p>
      </dgm:t>
    </dgm:pt>
    <dgm:pt modelId="{490D7577-96AF-47B3-868A-AECECD5D8B5B}" type="parTrans" cxnId="{8BC224D0-2CE7-43FF-80CB-1BAA6042BC7C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F96CF897-5F9A-41CC-ABE5-040FDC66A029}" type="sibTrans" cxnId="{8BC224D0-2CE7-43FF-80CB-1BAA6042BC7C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20EE3C64-D0C2-437A-B326-0088F36D169E}">
      <dgm:prSet phldrT="[Text]" custT="1"/>
      <dgm:spPr/>
      <dgm:t>
        <a:bodyPr/>
        <a:lstStyle/>
        <a:p>
          <a:pPr algn="ctr"/>
          <a:r>
            <a:rPr lang="en-US" sz="2000" b="1" dirty="0" smtClean="0">
              <a:effectLst/>
            </a:rPr>
            <a:t>BTS 7960</a:t>
          </a:r>
          <a:endParaRPr lang="en-US" sz="2000" b="1" dirty="0">
            <a:effectLst/>
          </a:endParaRPr>
        </a:p>
      </dgm:t>
    </dgm:pt>
    <dgm:pt modelId="{EE37AEB5-0DE2-4F9A-AD71-09D89CB80625}" type="parTrans" cxnId="{56E13EB9-D911-4AFA-8406-B5599EA00DF4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B3C75368-5F67-4108-815B-E4F096F051B1}" type="sibTrans" cxnId="{56E13EB9-D911-4AFA-8406-B5599EA00DF4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2B0B4B1C-3C96-4B7E-8B1F-BB425D47E896}">
      <dgm:prSet custT="1"/>
      <dgm:spPr/>
      <dgm:t>
        <a:bodyPr/>
        <a:lstStyle/>
        <a:p>
          <a:pPr algn="ctr"/>
          <a:r>
            <a:rPr lang="en-US" sz="2000" b="1" dirty="0" smtClean="0">
              <a:effectLst/>
            </a:rPr>
            <a:t>MOTOR</a:t>
          </a:r>
          <a:endParaRPr lang="en-US" sz="2000" b="1" dirty="0">
            <a:effectLst/>
          </a:endParaRPr>
        </a:p>
      </dgm:t>
    </dgm:pt>
    <dgm:pt modelId="{CA9226E0-E116-4232-B6F6-0F542529ED46}" type="parTrans" cxnId="{3A113E1E-6EAF-41B5-A1D4-6276AEBE1000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C05ECAB0-A85F-4C0C-9088-0560F643719D}" type="sibTrans" cxnId="{3A113E1E-6EAF-41B5-A1D4-6276AEBE1000}">
      <dgm:prSet/>
      <dgm:spPr/>
      <dgm:t>
        <a:bodyPr/>
        <a:lstStyle/>
        <a:p>
          <a:pPr algn="ctr"/>
          <a:endParaRPr lang="en-US" sz="2800" b="1">
            <a:effectLst/>
          </a:endParaRPr>
        </a:p>
      </dgm:t>
    </dgm:pt>
    <dgm:pt modelId="{42B9E47F-6B48-4406-B0B8-D3DE30B0AA17}" type="pres">
      <dgm:prSet presAssocID="{C3385026-5FD5-4925-913C-FE0D9751632F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7955A9FF-0CB0-418A-A56D-4DE2969095AB}" type="pres">
      <dgm:prSet presAssocID="{DDB42E5F-9C49-48BA-BA5B-1ACC5B2D4E29}" presName="chaos" presStyleCnt="0"/>
      <dgm:spPr/>
      <dgm:t>
        <a:bodyPr/>
        <a:lstStyle/>
        <a:p>
          <a:endParaRPr lang="en-US"/>
        </a:p>
      </dgm:t>
    </dgm:pt>
    <dgm:pt modelId="{BD048CE8-ADCB-4B51-BAF0-1C05D1C918BE}" type="pres">
      <dgm:prSet presAssocID="{DDB42E5F-9C49-48BA-BA5B-1ACC5B2D4E29}" presName="parTx1" presStyleLbl="revTx" presStyleIdx="0" presStyleCnt="4"/>
      <dgm:spPr/>
      <dgm:t>
        <a:bodyPr/>
        <a:lstStyle/>
        <a:p>
          <a:endParaRPr lang="en-US"/>
        </a:p>
      </dgm:t>
    </dgm:pt>
    <dgm:pt modelId="{BAD90C79-6FEE-4060-99A7-AA31013BEEBB}" type="pres">
      <dgm:prSet presAssocID="{DDB42E5F-9C49-48BA-BA5B-1ACC5B2D4E29}" presName="c1" presStyleLbl="node1" presStyleIdx="0" presStyleCnt="19"/>
      <dgm:spPr/>
      <dgm:t>
        <a:bodyPr/>
        <a:lstStyle/>
        <a:p>
          <a:endParaRPr lang="en-US"/>
        </a:p>
      </dgm:t>
    </dgm:pt>
    <dgm:pt modelId="{0E6E7403-18D8-4F6E-B2F7-BEC7842403F0}" type="pres">
      <dgm:prSet presAssocID="{DDB42E5F-9C49-48BA-BA5B-1ACC5B2D4E29}" presName="c2" presStyleLbl="node1" presStyleIdx="1" presStyleCnt="19"/>
      <dgm:spPr/>
      <dgm:t>
        <a:bodyPr/>
        <a:lstStyle/>
        <a:p>
          <a:endParaRPr lang="en-US"/>
        </a:p>
      </dgm:t>
    </dgm:pt>
    <dgm:pt modelId="{E0343448-BA76-4521-8AFC-D23F2FD28B65}" type="pres">
      <dgm:prSet presAssocID="{DDB42E5F-9C49-48BA-BA5B-1ACC5B2D4E29}" presName="c3" presStyleLbl="node1" presStyleIdx="2" presStyleCnt="19"/>
      <dgm:spPr/>
      <dgm:t>
        <a:bodyPr/>
        <a:lstStyle/>
        <a:p>
          <a:endParaRPr lang="en-US"/>
        </a:p>
      </dgm:t>
    </dgm:pt>
    <dgm:pt modelId="{BDC2B08B-C468-4B2B-B9DA-F7B1EF98E2DD}" type="pres">
      <dgm:prSet presAssocID="{DDB42E5F-9C49-48BA-BA5B-1ACC5B2D4E29}" presName="c4" presStyleLbl="node1" presStyleIdx="3" presStyleCnt="19"/>
      <dgm:spPr/>
      <dgm:t>
        <a:bodyPr/>
        <a:lstStyle/>
        <a:p>
          <a:endParaRPr lang="en-US"/>
        </a:p>
      </dgm:t>
    </dgm:pt>
    <dgm:pt modelId="{08FD00D7-EA69-4352-8A5C-16BDF18590A0}" type="pres">
      <dgm:prSet presAssocID="{DDB42E5F-9C49-48BA-BA5B-1ACC5B2D4E29}" presName="c5" presStyleLbl="node1" presStyleIdx="4" presStyleCnt="19"/>
      <dgm:spPr/>
      <dgm:t>
        <a:bodyPr/>
        <a:lstStyle/>
        <a:p>
          <a:endParaRPr lang="en-US"/>
        </a:p>
      </dgm:t>
    </dgm:pt>
    <dgm:pt modelId="{40D66038-B8B7-4F7B-86C8-BAF0FBB3E502}" type="pres">
      <dgm:prSet presAssocID="{DDB42E5F-9C49-48BA-BA5B-1ACC5B2D4E29}" presName="c6" presStyleLbl="node1" presStyleIdx="5" presStyleCnt="19"/>
      <dgm:spPr/>
      <dgm:t>
        <a:bodyPr/>
        <a:lstStyle/>
        <a:p>
          <a:endParaRPr lang="en-US"/>
        </a:p>
      </dgm:t>
    </dgm:pt>
    <dgm:pt modelId="{153C80A0-2FEC-4D8E-8BD3-13AFB437A323}" type="pres">
      <dgm:prSet presAssocID="{DDB42E5F-9C49-48BA-BA5B-1ACC5B2D4E29}" presName="c7" presStyleLbl="node1" presStyleIdx="6" presStyleCnt="19"/>
      <dgm:spPr/>
      <dgm:t>
        <a:bodyPr/>
        <a:lstStyle/>
        <a:p>
          <a:endParaRPr lang="en-US"/>
        </a:p>
      </dgm:t>
    </dgm:pt>
    <dgm:pt modelId="{FD56CC66-FDA2-4FD2-A3CC-1C659CA86227}" type="pres">
      <dgm:prSet presAssocID="{DDB42E5F-9C49-48BA-BA5B-1ACC5B2D4E29}" presName="c8" presStyleLbl="node1" presStyleIdx="7" presStyleCnt="19"/>
      <dgm:spPr/>
      <dgm:t>
        <a:bodyPr/>
        <a:lstStyle/>
        <a:p>
          <a:endParaRPr lang="en-US"/>
        </a:p>
      </dgm:t>
    </dgm:pt>
    <dgm:pt modelId="{0BC1D42B-AE59-4ABD-8400-3C6029354670}" type="pres">
      <dgm:prSet presAssocID="{DDB42E5F-9C49-48BA-BA5B-1ACC5B2D4E29}" presName="c9" presStyleLbl="node1" presStyleIdx="8" presStyleCnt="19"/>
      <dgm:spPr/>
      <dgm:t>
        <a:bodyPr/>
        <a:lstStyle/>
        <a:p>
          <a:endParaRPr lang="en-US"/>
        </a:p>
      </dgm:t>
    </dgm:pt>
    <dgm:pt modelId="{FF485562-6814-43C2-9D7A-C77363C3344E}" type="pres">
      <dgm:prSet presAssocID="{DDB42E5F-9C49-48BA-BA5B-1ACC5B2D4E29}" presName="c10" presStyleLbl="node1" presStyleIdx="9" presStyleCnt="19"/>
      <dgm:spPr/>
      <dgm:t>
        <a:bodyPr/>
        <a:lstStyle/>
        <a:p>
          <a:endParaRPr lang="en-US"/>
        </a:p>
      </dgm:t>
    </dgm:pt>
    <dgm:pt modelId="{26C7C30E-68D2-43E4-94D4-ED4ACB44BF71}" type="pres">
      <dgm:prSet presAssocID="{DDB42E5F-9C49-48BA-BA5B-1ACC5B2D4E29}" presName="c11" presStyleLbl="node1" presStyleIdx="10" presStyleCnt="19"/>
      <dgm:spPr/>
      <dgm:t>
        <a:bodyPr/>
        <a:lstStyle/>
        <a:p>
          <a:endParaRPr lang="en-US"/>
        </a:p>
      </dgm:t>
    </dgm:pt>
    <dgm:pt modelId="{5C5F6DD6-5499-4292-A349-602F102CF7EC}" type="pres">
      <dgm:prSet presAssocID="{DDB42E5F-9C49-48BA-BA5B-1ACC5B2D4E29}" presName="c12" presStyleLbl="node1" presStyleIdx="11" presStyleCnt="19"/>
      <dgm:spPr/>
      <dgm:t>
        <a:bodyPr/>
        <a:lstStyle/>
        <a:p>
          <a:endParaRPr lang="en-US"/>
        </a:p>
      </dgm:t>
    </dgm:pt>
    <dgm:pt modelId="{78C068B9-73D6-442A-8C01-0EAEF2995509}" type="pres">
      <dgm:prSet presAssocID="{DDB42E5F-9C49-48BA-BA5B-1ACC5B2D4E29}" presName="c13" presStyleLbl="node1" presStyleIdx="12" presStyleCnt="19"/>
      <dgm:spPr/>
      <dgm:t>
        <a:bodyPr/>
        <a:lstStyle/>
        <a:p>
          <a:endParaRPr lang="en-US"/>
        </a:p>
      </dgm:t>
    </dgm:pt>
    <dgm:pt modelId="{49D2F998-C9D3-40B9-91C6-E204CBDAC03D}" type="pres">
      <dgm:prSet presAssocID="{DDB42E5F-9C49-48BA-BA5B-1ACC5B2D4E29}" presName="c14" presStyleLbl="node1" presStyleIdx="13" presStyleCnt="19"/>
      <dgm:spPr/>
      <dgm:t>
        <a:bodyPr/>
        <a:lstStyle/>
        <a:p>
          <a:endParaRPr lang="en-US"/>
        </a:p>
      </dgm:t>
    </dgm:pt>
    <dgm:pt modelId="{8B97CEC0-C3C3-4F90-9DA1-61C00F169768}" type="pres">
      <dgm:prSet presAssocID="{DDB42E5F-9C49-48BA-BA5B-1ACC5B2D4E29}" presName="c15" presStyleLbl="node1" presStyleIdx="14" presStyleCnt="19"/>
      <dgm:spPr/>
      <dgm:t>
        <a:bodyPr/>
        <a:lstStyle/>
        <a:p>
          <a:endParaRPr lang="en-US"/>
        </a:p>
      </dgm:t>
    </dgm:pt>
    <dgm:pt modelId="{BB3D82AB-36DF-4E8E-BD0A-CB457E02A15C}" type="pres">
      <dgm:prSet presAssocID="{DDB42E5F-9C49-48BA-BA5B-1ACC5B2D4E29}" presName="c16" presStyleLbl="node1" presStyleIdx="15" presStyleCnt="19"/>
      <dgm:spPr/>
      <dgm:t>
        <a:bodyPr/>
        <a:lstStyle/>
        <a:p>
          <a:endParaRPr lang="en-US"/>
        </a:p>
      </dgm:t>
    </dgm:pt>
    <dgm:pt modelId="{CA03610D-9117-4043-8405-D6CF97F6C5D5}" type="pres">
      <dgm:prSet presAssocID="{DDB42E5F-9C49-48BA-BA5B-1ACC5B2D4E29}" presName="c17" presStyleLbl="node1" presStyleIdx="16" presStyleCnt="19"/>
      <dgm:spPr/>
      <dgm:t>
        <a:bodyPr/>
        <a:lstStyle/>
        <a:p>
          <a:endParaRPr lang="en-US"/>
        </a:p>
      </dgm:t>
    </dgm:pt>
    <dgm:pt modelId="{C53EA3DE-78A9-42DE-9C01-EDA2A8560926}" type="pres">
      <dgm:prSet presAssocID="{DDB42E5F-9C49-48BA-BA5B-1ACC5B2D4E29}" presName="c18" presStyleLbl="node1" presStyleIdx="17" presStyleCnt="19"/>
      <dgm:spPr/>
      <dgm:t>
        <a:bodyPr/>
        <a:lstStyle/>
        <a:p>
          <a:endParaRPr lang="en-US"/>
        </a:p>
      </dgm:t>
    </dgm:pt>
    <dgm:pt modelId="{30190F02-7B15-45C6-AC12-43105C7902D4}" type="pres">
      <dgm:prSet presAssocID="{68ECD863-AC0D-4306-A296-A858B3C74D85}" presName="chevronComposite1" presStyleCnt="0"/>
      <dgm:spPr/>
      <dgm:t>
        <a:bodyPr/>
        <a:lstStyle/>
        <a:p>
          <a:endParaRPr lang="en-US"/>
        </a:p>
      </dgm:t>
    </dgm:pt>
    <dgm:pt modelId="{6E100A6F-656A-4957-99C7-D8232C13E838}" type="pres">
      <dgm:prSet presAssocID="{68ECD863-AC0D-4306-A296-A858B3C74D85}" presName="chevron1" presStyleLbl="sibTrans2D1" presStyleIdx="0" presStyleCnt="4"/>
      <dgm:spPr/>
      <dgm:t>
        <a:bodyPr/>
        <a:lstStyle/>
        <a:p>
          <a:endParaRPr lang="en-US"/>
        </a:p>
      </dgm:t>
    </dgm:pt>
    <dgm:pt modelId="{CEE9E85A-15C8-44BE-913E-3FCFB0696660}" type="pres">
      <dgm:prSet presAssocID="{68ECD863-AC0D-4306-A296-A858B3C74D85}" presName="spChevron1" presStyleCnt="0"/>
      <dgm:spPr/>
      <dgm:t>
        <a:bodyPr/>
        <a:lstStyle/>
        <a:p>
          <a:endParaRPr lang="en-US"/>
        </a:p>
      </dgm:t>
    </dgm:pt>
    <dgm:pt modelId="{6E099DCA-18DC-42D4-B0D1-5D5A828FD244}" type="pres">
      <dgm:prSet presAssocID="{3EB7D278-2759-4063-82E6-86826CC2BCF4}" presName="middle" presStyleCnt="0"/>
      <dgm:spPr/>
      <dgm:t>
        <a:bodyPr/>
        <a:lstStyle/>
        <a:p>
          <a:endParaRPr lang="en-US"/>
        </a:p>
      </dgm:t>
    </dgm:pt>
    <dgm:pt modelId="{5CDC1EA8-E78E-4D49-8EBA-0D2ADC864223}" type="pres">
      <dgm:prSet presAssocID="{3EB7D278-2759-4063-82E6-86826CC2BCF4}" presName="parTxMid" presStyleLbl="revTx" presStyleIdx="1" presStyleCnt="4"/>
      <dgm:spPr/>
      <dgm:t>
        <a:bodyPr/>
        <a:lstStyle/>
        <a:p>
          <a:endParaRPr lang="en-US"/>
        </a:p>
      </dgm:t>
    </dgm:pt>
    <dgm:pt modelId="{8E7AAABA-CC79-424E-81E4-87800A6AD613}" type="pres">
      <dgm:prSet presAssocID="{3EB7D278-2759-4063-82E6-86826CC2BCF4}" presName="spMid" presStyleCnt="0"/>
      <dgm:spPr/>
      <dgm:t>
        <a:bodyPr/>
        <a:lstStyle/>
        <a:p>
          <a:endParaRPr lang="en-US"/>
        </a:p>
      </dgm:t>
    </dgm:pt>
    <dgm:pt modelId="{722FA6E6-3DB1-45F1-A97A-2F4D7F08591A}" type="pres">
      <dgm:prSet presAssocID="{9B78C04D-B591-4892-83C4-06E71F5DB57D}" presName="chevronComposite1" presStyleCnt="0"/>
      <dgm:spPr/>
      <dgm:t>
        <a:bodyPr/>
        <a:lstStyle/>
        <a:p>
          <a:endParaRPr lang="en-US"/>
        </a:p>
      </dgm:t>
    </dgm:pt>
    <dgm:pt modelId="{4514201C-CB9E-45F9-A366-3A48D15AD4D5}" type="pres">
      <dgm:prSet presAssocID="{9B78C04D-B591-4892-83C4-06E71F5DB57D}" presName="chevron1" presStyleLbl="sibTrans2D1" presStyleIdx="1" presStyleCnt="4" custLinFactNeighborX="8863" custLinFactNeighborY="355"/>
      <dgm:spPr/>
      <dgm:t>
        <a:bodyPr/>
        <a:lstStyle/>
        <a:p>
          <a:endParaRPr lang="en-US"/>
        </a:p>
      </dgm:t>
    </dgm:pt>
    <dgm:pt modelId="{2EA19EF6-9E29-4C52-B44B-C8B12999A6BC}" type="pres">
      <dgm:prSet presAssocID="{9B78C04D-B591-4892-83C4-06E71F5DB57D}" presName="spChevron1" presStyleCnt="0"/>
      <dgm:spPr/>
      <dgm:t>
        <a:bodyPr/>
        <a:lstStyle/>
        <a:p>
          <a:endParaRPr lang="en-US"/>
        </a:p>
      </dgm:t>
    </dgm:pt>
    <dgm:pt modelId="{CC4C52B4-2A2C-49B5-80A2-14528DB239CA}" type="pres">
      <dgm:prSet presAssocID="{3389BF46-4267-4D23-907E-5429CEBC0E4F}" presName="middle" presStyleCnt="0"/>
      <dgm:spPr/>
      <dgm:t>
        <a:bodyPr/>
        <a:lstStyle/>
        <a:p>
          <a:endParaRPr lang="en-US"/>
        </a:p>
      </dgm:t>
    </dgm:pt>
    <dgm:pt modelId="{A2FC28F3-0E6F-4E91-B2AA-7E6867AF2DBA}" type="pres">
      <dgm:prSet presAssocID="{3389BF46-4267-4D23-907E-5429CEBC0E4F}" presName="parTxMid" presStyleLbl="revTx" presStyleIdx="2" presStyleCnt="4"/>
      <dgm:spPr/>
      <dgm:t>
        <a:bodyPr/>
        <a:lstStyle/>
        <a:p>
          <a:endParaRPr lang="en-US"/>
        </a:p>
      </dgm:t>
    </dgm:pt>
    <dgm:pt modelId="{076721FE-2F1C-415E-A69B-8D60BA19B16C}" type="pres">
      <dgm:prSet presAssocID="{3389BF46-4267-4D23-907E-5429CEBC0E4F}" presName="spMid" presStyleCnt="0"/>
      <dgm:spPr/>
      <dgm:t>
        <a:bodyPr/>
        <a:lstStyle/>
        <a:p>
          <a:endParaRPr lang="en-US"/>
        </a:p>
      </dgm:t>
    </dgm:pt>
    <dgm:pt modelId="{C7BEDF7C-8FCA-4460-9964-32E6F5F69286}" type="pres">
      <dgm:prSet presAssocID="{F96CF897-5F9A-41CC-ABE5-040FDC66A029}" presName="chevronComposite1" presStyleCnt="0"/>
      <dgm:spPr/>
      <dgm:t>
        <a:bodyPr/>
        <a:lstStyle/>
        <a:p>
          <a:endParaRPr lang="en-US"/>
        </a:p>
      </dgm:t>
    </dgm:pt>
    <dgm:pt modelId="{1C06B3BA-8743-480E-94AD-267D75A5A5E2}" type="pres">
      <dgm:prSet presAssocID="{F96CF897-5F9A-41CC-ABE5-040FDC66A029}" presName="chevron1" presStyleLbl="sibTrans2D1" presStyleIdx="2" presStyleCnt="4"/>
      <dgm:spPr/>
      <dgm:t>
        <a:bodyPr/>
        <a:lstStyle/>
        <a:p>
          <a:endParaRPr lang="en-US"/>
        </a:p>
      </dgm:t>
    </dgm:pt>
    <dgm:pt modelId="{845B7215-C741-410D-A53A-2D3DD52C5F28}" type="pres">
      <dgm:prSet presAssocID="{F96CF897-5F9A-41CC-ABE5-040FDC66A029}" presName="spChevron1" presStyleCnt="0"/>
      <dgm:spPr/>
      <dgm:t>
        <a:bodyPr/>
        <a:lstStyle/>
        <a:p>
          <a:endParaRPr lang="en-US"/>
        </a:p>
      </dgm:t>
    </dgm:pt>
    <dgm:pt modelId="{5C3E2A68-516C-4063-8905-266087394F80}" type="pres">
      <dgm:prSet presAssocID="{20EE3C64-D0C2-437A-B326-0088F36D169E}" presName="middle" presStyleCnt="0"/>
      <dgm:spPr/>
      <dgm:t>
        <a:bodyPr/>
        <a:lstStyle/>
        <a:p>
          <a:endParaRPr lang="en-US"/>
        </a:p>
      </dgm:t>
    </dgm:pt>
    <dgm:pt modelId="{815F469C-2011-4D8B-BFBD-F466E9834DE2}" type="pres">
      <dgm:prSet presAssocID="{20EE3C64-D0C2-437A-B326-0088F36D169E}" presName="parTxMid" presStyleLbl="revTx" presStyleIdx="3" presStyleCnt="4"/>
      <dgm:spPr/>
      <dgm:t>
        <a:bodyPr/>
        <a:lstStyle/>
        <a:p>
          <a:endParaRPr lang="en-US"/>
        </a:p>
      </dgm:t>
    </dgm:pt>
    <dgm:pt modelId="{0AA89F8B-DB45-419D-A4CE-5E51981A4CCF}" type="pres">
      <dgm:prSet presAssocID="{20EE3C64-D0C2-437A-B326-0088F36D169E}" presName="spMid" presStyleCnt="0"/>
      <dgm:spPr/>
      <dgm:t>
        <a:bodyPr/>
        <a:lstStyle/>
        <a:p>
          <a:endParaRPr lang="en-US"/>
        </a:p>
      </dgm:t>
    </dgm:pt>
    <dgm:pt modelId="{865C01FA-FFA0-431B-B814-A9B08B1B49E2}" type="pres">
      <dgm:prSet presAssocID="{B3C75368-5F67-4108-815B-E4F096F051B1}" presName="chevronComposite1" presStyleCnt="0"/>
      <dgm:spPr/>
      <dgm:t>
        <a:bodyPr/>
        <a:lstStyle/>
        <a:p>
          <a:endParaRPr lang="en-US"/>
        </a:p>
      </dgm:t>
    </dgm:pt>
    <dgm:pt modelId="{D48E5B00-895A-4A8D-BF5E-639C2D8F009B}" type="pres">
      <dgm:prSet presAssocID="{B3C75368-5F67-4108-815B-E4F096F051B1}" presName="chevron1" presStyleLbl="sibTrans2D1" presStyleIdx="3" presStyleCnt="4"/>
      <dgm:spPr/>
      <dgm:t>
        <a:bodyPr/>
        <a:lstStyle/>
        <a:p>
          <a:endParaRPr lang="en-US"/>
        </a:p>
      </dgm:t>
    </dgm:pt>
    <dgm:pt modelId="{5EA3BA3D-FCFF-416D-AEC7-F8FE95048F4A}" type="pres">
      <dgm:prSet presAssocID="{B3C75368-5F67-4108-815B-E4F096F051B1}" presName="spChevron1" presStyleCnt="0"/>
      <dgm:spPr/>
      <dgm:t>
        <a:bodyPr/>
        <a:lstStyle/>
        <a:p>
          <a:endParaRPr lang="en-US"/>
        </a:p>
      </dgm:t>
    </dgm:pt>
    <dgm:pt modelId="{267D89CB-677A-4EA5-A937-D3F2BD7B688D}" type="pres">
      <dgm:prSet presAssocID="{2B0B4B1C-3C96-4B7E-8B1F-BB425D47E896}" presName="last" presStyleCnt="0"/>
      <dgm:spPr/>
      <dgm:t>
        <a:bodyPr/>
        <a:lstStyle/>
        <a:p>
          <a:endParaRPr lang="en-US"/>
        </a:p>
      </dgm:t>
    </dgm:pt>
    <dgm:pt modelId="{11642C47-A7C8-46A5-98DB-C994F039AED3}" type="pres">
      <dgm:prSet presAssocID="{2B0B4B1C-3C96-4B7E-8B1F-BB425D47E896}" presName="circleTx" presStyleLbl="node1" presStyleIdx="18" presStyleCnt="19" custScaleX="106993" custScaleY="91636"/>
      <dgm:spPr/>
      <dgm:t>
        <a:bodyPr/>
        <a:lstStyle/>
        <a:p>
          <a:endParaRPr lang="en-US"/>
        </a:p>
      </dgm:t>
    </dgm:pt>
    <dgm:pt modelId="{6DBBF550-CCF1-4444-BB7E-375F5B382D49}" type="pres">
      <dgm:prSet presAssocID="{2B0B4B1C-3C96-4B7E-8B1F-BB425D47E896}" presName="spN" presStyleCnt="0"/>
      <dgm:spPr/>
      <dgm:t>
        <a:bodyPr/>
        <a:lstStyle/>
        <a:p>
          <a:endParaRPr lang="en-US"/>
        </a:p>
      </dgm:t>
    </dgm:pt>
  </dgm:ptLst>
  <dgm:cxnLst>
    <dgm:cxn modelId="{8BC224D0-2CE7-43FF-80CB-1BAA6042BC7C}" srcId="{C3385026-5FD5-4925-913C-FE0D9751632F}" destId="{3389BF46-4267-4D23-907E-5429CEBC0E4F}" srcOrd="2" destOrd="0" parTransId="{490D7577-96AF-47B3-868A-AECECD5D8B5B}" sibTransId="{F96CF897-5F9A-41CC-ABE5-040FDC66A029}"/>
    <dgm:cxn modelId="{00978BD8-0330-4EBC-A621-27046D6222F9}" type="presOf" srcId="{2B0B4B1C-3C96-4B7E-8B1F-BB425D47E896}" destId="{11642C47-A7C8-46A5-98DB-C994F039AED3}" srcOrd="0" destOrd="0" presId="urn:microsoft.com/office/officeart/2009/3/layout/RandomtoResultProcess"/>
    <dgm:cxn modelId="{56E13EB9-D911-4AFA-8406-B5599EA00DF4}" srcId="{C3385026-5FD5-4925-913C-FE0D9751632F}" destId="{20EE3C64-D0C2-437A-B326-0088F36D169E}" srcOrd="3" destOrd="0" parTransId="{EE37AEB5-0DE2-4F9A-AD71-09D89CB80625}" sibTransId="{B3C75368-5F67-4108-815B-E4F096F051B1}"/>
    <dgm:cxn modelId="{02D36645-A223-400E-8D0A-06B3B0C4E706}" type="presOf" srcId="{C3385026-5FD5-4925-913C-FE0D9751632F}" destId="{42B9E47F-6B48-4406-B0B8-D3DE30B0AA17}" srcOrd="0" destOrd="0" presId="urn:microsoft.com/office/officeart/2009/3/layout/RandomtoResultProcess"/>
    <dgm:cxn modelId="{1B1CF470-B5E3-43A6-9B97-C883636E2B81}" type="presOf" srcId="{DDB42E5F-9C49-48BA-BA5B-1ACC5B2D4E29}" destId="{BD048CE8-ADCB-4B51-BAF0-1C05D1C918BE}" srcOrd="0" destOrd="0" presId="urn:microsoft.com/office/officeart/2009/3/layout/RandomtoResultProcess"/>
    <dgm:cxn modelId="{073810A1-B883-4E20-A5C7-C7DBDEA5305D}" type="presOf" srcId="{3389BF46-4267-4D23-907E-5429CEBC0E4F}" destId="{A2FC28F3-0E6F-4E91-B2AA-7E6867AF2DBA}" srcOrd="0" destOrd="0" presId="urn:microsoft.com/office/officeart/2009/3/layout/RandomtoResultProcess"/>
    <dgm:cxn modelId="{7A6BC544-3CA6-4FE0-83AB-F66854F7A845}" srcId="{C3385026-5FD5-4925-913C-FE0D9751632F}" destId="{DDB42E5F-9C49-48BA-BA5B-1ACC5B2D4E29}" srcOrd="0" destOrd="0" parTransId="{EA3B732E-EE71-4658-BA2B-7C4A0EFC4F07}" sibTransId="{68ECD863-AC0D-4306-A296-A858B3C74D85}"/>
    <dgm:cxn modelId="{0CBC6AFC-7D18-4DDC-9EA6-7F78312E8026}" type="presOf" srcId="{3EB7D278-2759-4063-82E6-86826CC2BCF4}" destId="{5CDC1EA8-E78E-4D49-8EBA-0D2ADC864223}" srcOrd="0" destOrd="0" presId="urn:microsoft.com/office/officeart/2009/3/layout/RandomtoResultProcess"/>
    <dgm:cxn modelId="{F9917062-57D3-417C-8AFC-10FC941F2004}" type="presOf" srcId="{20EE3C64-D0C2-437A-B326-0088F36D169E}" destId="{815F469C-2011-4D8B-BFBD-F466E9834DE2}" srcOrd="0" destOrd="0" presId="urn:microsoft.com/office/officeart/2009/3/layout/RandomtoResultProcess"/>
    <dgm:cxn modelId="{3A113E1E-6EAF-41B5-A1D4-6276AEBE1000}" srcId="{C3385026-5FD5-4925-913C-FE0D9751632F}" destId="{2B0B4B1C-3C96-4B7E-8B1F-BB425D47E896}" srcOrd="4" destOrd="0" parTransId="{CA9226E0-E116-4232-B6F6-0F542529ED46}" sibTransId="{C05ECAB0-A85F-4C0C-9088-0560F643719D}"/>
    <dgm:cxn modelId="{BFC415F4-708C-48B7-BFB1-16AFC63B32D6}" srcId="{C3385026-5FD5-4925-913C-FE0D9751632F}" destId="{3EB7D278-2759-4063-82E6-86826CC2BCF4}" srcOrd="1" destOrd="0" parTransId="{93FBE442-609F-4A6C-9453-15C2304B317E}" sibTransId="{9B78C04D-B591-4892-83C4-06E71F5DB57D}"/>
    <dgm:cxn modelId="{F55DF0B7-19A1-41D6-B38B-20C50F1C0E66}" type="presParOf" srcId="{42B9E47F-6B48-4406-B0B8-D3DE30B0AA17}" destId="{7955A9FF-0CB0-418A-A56D-4DE2969095AB}" srcOrd="0" destOrd="0" presId="urn:microsoft.com/office/officeart/2009/3/layout/RandomtoResultProcess"/>
    <dgm:cxn modelId="{5389DD31-C572-435D-9524-04BAD6E02FD7}" type="presParOf" srcId="{7955A9FF-0CB0-418A-A56D-4DE2969095AB}" destId="{BD048CE8-ADCB-4B51-BAF0-1C05D1C918BE}" srcOrd="0" destOrd="0" presId="urn:microsoft.com/office/officeart/2009/3/layout/RandomtoResultProcess"/>
    <dgm:cxn modelId="{537B3CE3-CDE5-47AC-859E-EAC16D75AC01}" type="presParOf" srcId="{7955A9FF-0CB0-418A-A56D-4DE2969095AB}" destId="{BAD90C79-6FEE-4060-99A7-AA31013BEEBB}" srcOrd="1" destOrd="0" presId="urn:microsoft.com/office/officeart/2009/3/layout/RandomtoResultProcess"/>
    <dgm:cxn modelId="{A51A7E4A-B1E6-4935-A0F3-B91807D3F6D6}" type="presParOf" srcId="{7955A9FF-0CB0-418A-A56D-4DE2969095AB}" destId="{0E6E7403-18D8-4F6E-B2F7-BEC7842403F0}" srcOrd="2" destOrd="0" presId="urn:microsoft.com/office/officeart/2009/3/layout/RandomtoResultProcess"/>
    <dgm:cxn modelId="{7FE6B097-A051-4666-AB4B-A53C41FE3D3A}" type="presParOf" srcId="{7955A9FF-0CB0-418A-A56D-4DE2969095AB}" destId="{E0343448-BA76-4521-8AFC-D23F2FD28B65}" srcOrd="3" destOrd="0" presId="urn:microsoft.com/office/officeart/2009/3/layout/RandomtoResultProcess"/>
    <dgm:cxn modelId="{26C4A217-48C4-4295-A73C-20D6E50E49F1}" type="presParOf" srcId="{7955A9FF-0CB0-418A-A56D-4DE2969095AB}" destId="{BDC2B08B-C468-4B2B-B9DA-F7B1EF98E2DD}" srcOrd="4" destOrd="0" presId="urn:microsoft.com/office/officeart/2009/3/layout/RandomtoResultProcess"/>
    <dgm:cxn modelId="{ACF87147-A968-4F72-A3F9-EFA3610C6CB7}" type="presParOf" srcId="{7955A9FF-0CB0-418A-A56D-4DE2969095AB}" destId="{08FD00D7-EA69-4352-8A5C-16BDF18590A0}" srcOrd="5" destOrd="0" presId="urn:microsoft.com/office/officeart/2009/3/layout/RandomtoResultProcess"/>
    <dgm:cxn modelId="{776FD9EB-36FA-4423-9EDD-AF034B8B1A09}" type="presParOf" srcId="{7955A9FF-0CB0-418A-A56D-4DE2969095AB}" destId="{40D66038-B8B7-4F7B-86C8-BAF0FBB3E502}" srcOrd="6" destOrd="0" presId="urn:microsoft.com/office/officeart/2009/3/layout/RandomtoResultProcess"/>
    <dgm:cxn modelId="{857B1030-B162-4527-BEE0-CF62C9B70899}" type="presParOf" srcId="{7955A9FF-0CB0-418A-A56D-4DE2969095AB}" destId="{153C80A0-2FEC-4D8E-8BD3-13AFB437A323}" srcOrd="7" destOrd="0" presId="urn:microsoft.com/office/officeart/2009/3/layout/RandomtoResultProcess"/>
    <dgm:cxn modelId="{4B65824B-8D2F-4943-8FFB-C19B39A1E0FB}" type="presParOf" srcId="{7955A9FF-0CB0-418A-A56D-4DE2969095AB}" destId="{FD56CC66-FDA2-4FD2-A3CC-1C659CA86227}" srcOrd="8" destOrd="0" presId="urn:microsoft.com/office/officeart/2009/3/layout/RandomtoResultProcess"/>
    <dgm:cxn modelId="{E3267288-4E2D-431B-BEE3-C0A7716CC904}" type="presParOf" srcId="{7955A9FF-0CB0-418A-A56D-4DE2969095AB}" destId="{0BC1D42B-AE59-4ABD-8400-3C6029354670}" srcOrd="9" destOrd="0" presId="urn:microsoft.com/office/officeart/2009/3/layout/RandomtoResultProcess"/>
    <dgm:cxn modelId="{5071B3DB-3440-450A-BB16-082556C54383}" type="presParOf" srcId="{7955A9FF-0CB0-418A-A56D-4DE2969095AB}" destId="{FF485562-6814-43C2-9D7A-C77363C3344E}" srcOrd="10" destOrd="0" presId="urn:microsoft.com/office/officeart/2009/3/layout/RandomtoResultProcess"/>
    <dgm:cxn modelId="{16BA7DE2-39F0-4236-8869-B7EDE5EADC54}" type="presParOf" srcId="{7955A9FF-0CB0-418A-A56D-4DE2969095AB}" destId="{26C7C30E-68D2-43E4-94D4-ED4ACB44BF71}" srcOrd="11" destOrd="0" presId="urn:microsoft.com/office/officeart/2009/3/layout/RandomtoResultProcess"/>
    <dgm:cxn modelId="{F022BD07-A680-4264-9F7A-46F43D5F2FFF}" type="presParOf" srcId="{7955A9FF-0CB0-418A-A56D-4DE2969095AB}" destId="{5C5F6DD6-5499-4292-A349-602F102CF7EC}" srcOrd="12" destOrd="0" presId="urn:microsoft.com/office/officeart/2009/3/layout/RandomtoResultProcess"/>
    <dgm:cxn modelId="{7DB7EEB1-DF71-48DC-89F0-C8B58ADF2E24}" type="presParOf" srcId="{7955A9FF-0CB0-418A-A56D-4DE2969095AB}" destId="{78C068B9-73D6-442A-8C01-0EAEF2995509}" srcOrd="13" destOrd="0" presId="urn:microsoft.com/office/officeart/2009/3/layout/RandomtoResultProcess"/>
    <dgm:cxn modelId="{F102752B-5407-4F21-ACE4-08F33B2A5EA8}" type="presParOf" srcId="{7955A9FF-0CB0-418A-A56D-4DE2969095AB}" destId="{49D2F998-C9D3-40B9-91C6-E204CBDAC03D}" srcOrd="14" destOrd="0" presId="urn:microsoft.com/office/officeart/2009/3/layout/RandomtoResultProcess"/>
    <dgm:cxn modelId="{ACFCE09B-EA3E-450E-A3C2-8784EF979705}" type="presParOf" srcId="{7955A9FF-0CB0-418A-A56D-4DE2969095AB}" destId="{8B97CEC0-C3C3-4F90-9DA1-61C00F169768}" srcOrd="15" destOrd="0" presId="urn:microsoft.com/office/officeart/2009/3/layout/RandomtoResultProcess"/>
    <dgm:cxn modelId="{9DF9A869-96AB-4387-B51F-EC2E85C34505}" type="presParOf" srcId="{7955A9FF-0CB0-418A-A56D-4DE2969095AB}" destId="{BB3D82AB-36DF-4E8E-BD0A-CB457E02A15C}" srcOrd="16" destOrd="0" presId="urn:microsoft.com/office/officeart/2009/3/layout/RandomtoResultProcess"/>
    <dgm:cxn modelId="{03828728-8021-4428-A3BB-B93D611B75D6}" type="presParOf" srcId="{7955A9FF-0CB0-418A-A56D-4DE2969095AB}" destId="{CA03610D-9117-4043-8405-D6CF97F6C5D5}" srcOrd="17" destOrd="0" presId="urn:microsoft.com/office/officeart/2009/3/layout/RandomtoResultProcess"/>
    <dgm:cxn modelId="{59F2A293-9CE9-4728-B81E-4521793C9268}" type="presParOf" srcId="{7955A9FF-0CB0-418A-A56D-4DE2969095AB}" destId="{C53EA3DE-78A9-42DE-9C01-EDA2A8560926}" srcOrd="18" destOrd="0" presId="urn:microsoft.com/office/officeart/2009/3/layout/RandomtoResultProcess"/>
    <dgm:cxn modelId="{DABAE7A6-5F63-4567-BE5E-0EC82F35D352}" type="presParOf" srcId="{42B9E47F-6B48-4406-B0B8-D3DE30B0AA17}" destId="{30190F02-7B15-45C6-AC12-43105C7902D4}" srcOrd="1" destOrd="0" presId="urn:microsoft.com/office/officeart/2009/3/layout/RandomtoResultProcess"/>
    <dgm:cxn modelId="{A59D24DC-F38B-44B5-9C26-22CEFFF6C411}" type="presParOf" srcId="{30190F02-7B15-45C6-AC12-43105C7902D4}" destId="{6E100A6F-656A-4957-99C7-D8232C13E838}" srcOrd="0" destOrd="0" presId="urn:microsoft.com/office/officeart/2009/3/layout/RandomtoResultProcess"/>
    <dgm:cxn modelId="{2163A4AE-59E6-4833-8ED6-9C404DEC3168}" type="presParOf" srcId="{30190F02-7B15-45C6-AC12-43105C7902D4}" destId="{CEE9E85A-15C8-44BE-913E-3FCFB0696660}" srcOrd="1" destOrd="0" presId="urn:microsoft.com/office/officeart/2009/3/layout/RandomtoResultProcess"/>
    <dgm:cxn modelId="{0D4EC39D-2EDF-471D-925D-1BF7905B0428}" type="presParOf" srcId="{42B9E47F-6B48-4406-B0B8-D3DE30B0AA17}" destId="{6E099DCA-18DC-42D4-B0D1-5D5A828FD244}" srcOrd="2" destOrd="0" presId="urn:microsoft.com/office/officeart/2009/3/layout/RandomtoResultProcess"/>
    <dgm:cxn modelId="{89A7F11C-1DE6-4CF9-B9D0-855F92681072}" type="presParOf" srcId="{6E099DCA-18DC-42D4-B0D1-5D5A828FD244}" destId="{5CDC1EA8-E78E-4D49-8EBA-0D2ADC864223}" srcOrd="0" destOrd="0" presId="urn:microsoft.com/office/officeart/2009/3/layout/RandomtoResultProcess"/>
    <dgm:cxn modelId="{EBCC9BB0-1822-4847-B545-F9573243278E}" type="presParOf" srcId="{6E099DCA-18DC-42D4-B0D1-5D5A828FD244}" destId="{8E7AAABA-CC79-424E-81E4-87800A6AD613}" srcOrd="1" destOrd="0" presId="urn:microsoft.com/office/officeart/2009/3/layout/RandomtoResultProcess"/>
    <dgm:cxn modelId="{1180F8C1-32EA-4ABA-8DE2-403238C2BE48}" type="presParOf" srcId="{42B9E47F-6B48-4406-B0B8-D3DE30B0AA17}" destId="{722FA6E6-3DB1-45F1-A97A-2F4D7F08591A}" srcOrd="3" destOrd="0" presId="urn:microsoft.com/office/officeart/2009/3/layout/RandomtoResultProcess"/>
    <dgm:cxn modelId="{0920BD76-254A-4C0C-9039-2E4B4C65541B}" type="presParOf" srcId="{722FA6E6-3DB1-45F1-A97A-2F4D7F08591A}" destId="{4514201C-CB9E-45F9-A366-3A48D15AD4D5}" srcOrd="0" destOrd="0" presId="urn:microsoft.com/office/officeart/2009/3/layout/RandomtoResultProcess"/>
    <dgm:cxn modelId="{9FE6255F-7D98-4582-8390-A7B3839D6D0F}" type="presParOf" srcId="{722FA6E6-3DB1-45F1-A97A-2F4D7F08591A}" destId="{2EA19EF6-9E29-4C52-B44B-C8B12999A6BC}" srcOrd="1" destOrd="0" presId="urn:microsoft.com/office/officeart/2009/3/layout/RandomtoResultProcess"/>
    <dgm:cxn modelId="{69EB8F7E-AFE8-4A78-B4AD-26042FA0DEF7}" type="presParOf" srcId="{42B9E47F-6B48-4406-B0B8-D3DE30B0AA17}" destId="{CC4C52B4-2A2C-49B5-80A2-14528DB239CA}" srcOrd="4" destOrd="0" presId="urn:microsoft.com/office/officeart/2009/3/layout/RandomtoResultProcess"/>
    <dgm:cxn modelId="{8793322F-ABEB-4395-83B3-3A2499AA4A4C}" type="presParOf" srcId="{CC4C52B4-2A2C-49B5-80A2-14528DB239CA}" destId="{A2FC28F3-0E6F-4E91-B2AA-7E6867AF2DBA}" srcOrd="0" destOrd="0" presId="urn:microsoft.com/office/officeart/2009/3/layout/RandomtoResultProcess"/>
    <dgm:cxn modelId="{6AE23DC1-EB2F-4902-8BE8-5943262EAABF}" type="presParOf" srcId="{CC4C52B4-2A2C-49B5-80A2-14528DB239CA}" destId="{076721FE-2F1C-415E-A69B-8D60BA19B16C}" srcOrd="1" destOrd="0" presId="urn:microsoft.com/office/officeart/2009/3/layout/RandomtoResultProcess"/>
    <dgm:cxn modelId="{4673E745-3D4C-431F-887E-B005D615C5B6}" type="presParOf" srcId="{42B9E47F-6B48-4406-B0B8-D3DE30B0AA17}" destId="{C7BEDF7C-8FCA-4460-9964-32E6F5F69286}" srcOrd="5" destOrd="0" presId="urn:microsoft.com/office/officeart/2009/3/layout/RandomtoResultProcess"/>
    <dgm:cxn modelId="{02398CC0-96EA-4876-844A-8F34E4351C25}" type="presParOf" srcId="{C7BEDF7C-8FCA-4460-9964-32E6F5F69286}" destId="{1C06B3BA-8743-480E-94AD-267D75A5A5E2}" srcOrd="0" destOrd="0" presId="urn:microsoft.com/office/officeart/2009/3/layout/RandomtoResultProcess"/>
    <dgm:cxn modelId="{998A54A1-5732-47DF-9A6F-83F2697C89FE}" type="presParOf" srcId="{C7BEDF7C-8FCA-4460-9964-32E6F5F69286}" destId="{845B7215-C741-410D-A53A-2D3DD52C5F28}" srcOrd="1" destOrd="0" presId="urn:microsoft.com/office/officeart/2009/3/layout/RandomtoResultProcess"/>
    <dgm:cxn modelId="{E1B52412-1580-4234-A6C1-F4DB3AD49F4F}" type="presParOf" srcId="{42B9E47F-6B48-4406-B0B8-D3DE30B0AA17}" destId="{5C3E2A68-516C-4063-8905-266087394F80}" srcOrd="6" destOrd="0" presId="urn:microsoft.com/office/officeart/2009/3/layout/RandomtoResultProcess"/>
    <dgm:cxn modelId="{F1060B41-3654-47E8-9EAA-BEC6B1CB4821}" type="presParOf" srcId="{5C3E2A68-516C-4063-8905-266087394F80}" destId="{815F469C-2011-4D8B-BFBD-F466E9834DE2}" srcOrd="0" destOrd="0" presId="urn:microsoft.com/office/officeart/2009/3/layout/RandomtoResultProcess"/>
    <dgm:cxn modelId="{2CE3AD2A-8BCC-40F0-842F-296DA34ADFB5}" type="presParOf" srcId="{5C3E2A68-516C-4063-8905-266087394F80}" destId="{0AA89F8B-DB45-419D-A4CE-5E51981A4CCF}" srcOrd="1" destOrd="0" presId="urn:microsoft.com/office/officeart/2009/3/layout/RandomtoResultProcess"/>
    <dgm:cxn modelId="{22BE6B59-AA35-4E06-81D8-F2C022792C05}" type="presParOf" srcId="{42B9E47F-6B48-4406-B0B8-D3DE30B0AA17}" destId="{865C01FA-FFA0-431B-B814-A9B08B1B49E2}" srcOrd="7" destOrd="0" presId="urn:microsoft.com/office/officeart/2009/3/layout/RandomtoResultProcess"/>
    <dgm:cxn modelId="{2D0CACF6-4683-4E8A-B1AF-21D595CCE67D}" type="presParOf" srcId="{865C01FA-FFA0-431B-B814-A9B08B1B49E2}" destId="{D48E5B00-895A-4A8D-BF5E-639C2D8F009B}" srcOrd="0" destOrd="0" presId="urn:microsoft.com/office/officeart/2009/3/layout/RandomtoResultProcess"/>
    <dgm:cxn modelId="{DD15FB07-EC3A-4872-9A24-B5E5870E57E4}" type="presParOf" srcId="{865C01FA-FFA0-431B-B814-A9B08B1B49E2}" destId="{5EA3BA3D-FCFF-416D-AEC7-F8FE95048F4A}" srcOrd="1" destOrd="0" presId="urn:microsoft.com/office/officeart/2009/3/layout/RandomtoResultProcess"/>
    <dgm:cxn modelId="{629587F5-0C85-404F-B624-95A4E142C5EB}" type="presParOf" srcId="{42B9E47F-6B48-4406-B0B8-D3DE30B0AA17}" destId="{267D89CB-677A-4EA5-A937-D3F2BD7B688D}" srcOrd="8" destOrd="0" presId="urn:microsoft.com/office/officeart/2009/3/layout/RandomtoResultProcess"/>
    <dgm:cxn modelId="{C02805C6-8E2D-45F8-8A2D-537A5AA7976B}" type="presParOf" srcId="{267D89CB-677A-4EA5-A937-D3F2BD7B688D}" destId="{11642C47-A7C8-46A5-98DB-C994F039AED3}" srcOrd="0" destOrd="0" presId="urn:microsoft.com/office/officeart/2009/3/layout/RandomtoResultProcess"/>
    <dgm:cxn modelId="{2576FF91-560F-4328-BADC-11488BE5806C}" type="presParOf" srcId="{267D89CB-677A-4EA5-A937-D3F2BD7B688D}" destId="{6DBBF550-CCF1-4444-BB7E-375F5B382D49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E5243D-2662-4B05-89FB-1FCDA43BEB26}">
      <dsp:nvSpPr>
        <dsp:cNvPr id="0" name=""/>
        <dsp:cNvSpPr/>
      </dsp:nvSpPr>
      <dsp:spPr>
        <a:xfrm>
          <a:off x="0" y="380175"/>
          <a:ext cx="4415457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CA5E50-C827-4FD0-9889-62C7C4CFA70D}">
      <dsp:nvSpPr>
        <dsp:cNvPr id="0" name=""/>
        <dsp:cNvSpPr/>
      </dsp:nvSpPr>
      <dsp:spPr>
        <a:xfrm>
          <a:off x="220772" y="0"/>
          <a:ext cx="3090819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826" tIns="0" rIns="116826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MANUAL MOTOR CONTROL</a:t>
          </a:r>
          <a:endParaRPr lang="en-US" sz="1800" kern="1200" dirty="0"/>
        </a:p>
      </dsp:txBody>
      <dsp:txXfrm>
        <a:off x="255357" y="34585"/>
        <a:ext cx="3021649" cy="639310"/>
      </dsp:txXfrm>
    </dsp:sp>
    <dsp:sp modelId="{08DBF6DA-B658-4584-BEDD-67E1D5CC40A0}">
      <dsp:nvSpPr>
        <dsp:cNvPr id="0" name=""/>
        <dsp:cNvSpPr/>
      </dsp:nvSpPr>
      <dsp:spPr>
        <a:xfrm>
          <a:off x="0" y="1468815"/>
          <a:ext cx="4415457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FA0E73-AECE-4E2C-AC67-8F38B4512C92}">
      <dsp:nvSpPr>
        <dsp:cNvPr id="0" name=""/>
        <dsp:cNvSpPr/>
      </dsp:nvSpPr>
      <dsp:spPr>
        <a:xfrm>
          <a:off x="220772" y="1114575"/>
          <a:ext cx="3090819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826" tIns="0" rIns="116826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NO FEEDBACK</a:t>
          </a:r>
          <a:endParaRPr lang="en-US" sz="1800" kern="1200" dirty="0"/>
        </a:p>
      </dsp:txBody>
      <dsp:txXfrm>
        <a:off x="255357" y="1149160"/>
        <a:ext cx="3021649" cy="639310"/>
      </dsp:txXfrm>
    </dsp:sp>
    <dsp:sp modelId="{F847FEF8-9980-47FB-8A54-048D2C0D46E1}">
      <dsp:nvSpPr>
        <dsp:cNvPr id="0" name=""/>
        <dsp:cNvSpPr/>
      </dsp:nvSpPr>
      <dsp:spPr>
        <a:xfrm>
          <a:off x="0" y="2557455"/>
          <a:ext cx="4415457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456C1EF-9049-462D-91B2-BCA2515C5EFD}">
      <dsp:nvSpPr>
        <dsp:cNvPr id="0" name=""/>
        <dsp:cNvSpPr/>
      </dsp:nvSpPr>
      <dsp:spPr>
        <a:xfrm>
          <a:off x="220772" y="2203215"/>
          <a:ext cx="3090819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826" tIns="0" rIns="116826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NO SAFETY INTERLOCKS </a:t>
          </a:r>
          <a:endParaRPr lang="en-US" sz="1800" kern="1200" dirty="0"/>
        </a:p>
      </dsp:txBody>
      <dsp:txXfrm>
        <a:off x="255357" y="2237800"/>
        <a:ext cx="3021649" cy="639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F545A-5684-44F6-A91C-4D464CB8EFE7}">
      <dsp:nvSpPr>
        <dsp:cNvPr id="0" name=""/>
        <dsp:cNvSpPr/>
      </dsp:nvSpPr>
      <dsp:spPr>
        <a:xfrm>
          <a:off x="0" y="391111"/>
          <a:ext cx="44450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4FE936B-C000-48C0-A938-5AF227E3DA4E}">
      <dsp:nvSpPr>
        <dsp:cNvPr id="0" name=""/>
        <dsp:cNvSpPr/>
      </dsp:nvSpPr>
      <dsp:spPr>
        <a:xfrm>
          <a:off x="222250" y="49794"/>
          <a:ext cx="311150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7607" tIns="0" rIns="11760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INTELLIEGNT AUTOMATION</a:t>
          </a:r>
          <a:endParaRPr lang="en-US" sz="1800" kern="1200" dirty="0"/>
        </a:p>
      </dsp:txBody>
      <dsp:txXfrm>
        <a:off x="256835" y="84379"/>
        <a:ext cx="3042330" cy="639310"/>
      </dsp:txXfrm>
    </dsp:sp>
    <dsp:sp modelId="{B15AB1A9-2535-44CD-85E2-D66E79A2C96C}">
      <dsp:nvSpPr>
        <dsp:cNvPr id="0" name=""/>
        <dsp:cNvSpPr/>
      </dsp:nvSpPr>
      <dsp:spPr>
        <a:xfrm>
          <a:off x="0" y="1479751"/>
          <a:ext cx="44450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F9F4135-520A-4256-8D52-63768359A958}">
      <dsp:nvSpPr>
        <dsp:cNvPr id="0" name=""/>
        <dsp:cNvSpPr/>
      </dsp:nvSpPr>
      <dsp:spPr>
        <a:xfrm>
          <a:off x="222250" y="1125511"/>
          <a:ext cx="311150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7607" tIns="0" rIns="11760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THERMAL PROTECTION</a:t>
          </a:r>
          <a:endParaRPr lang="en-US" sz="1800" kern="1200" dirty="0"/>
        </a:p>
      </dsp:txBody>
      <dsp:txXfrm>
        <a:off x="256835" y="1160096"/>
        <a:ext cx="3042330" cy="639310"/>
      </dsp:txXfrm>
    </dsp:sp>
    <dsp:sp modelId="{6DA029A2-F72B-4F75-8212-E672C77F5248}">
      <dsp:nvSpPr>
        <dsp:cNvPr id="0" name=""/>
        <dsp:cNvSpPr/>
      </dsp:nvSpPr>
      <dsp:spPr>
        <a:xfrm>
          <a:off x="0" y="2568391"/>
          <a:ext cx="4445000" cy="60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42C1EA1-7741-4C86-ACEE-63E3B37BB142}">
      <dsp:nvSpPr>
        <dsp:cNvPr id="0" name=""/>
        <dsp:cNvSpPr/>
      </dsp:nvSpPr>
      <dsp:spPr>
        <a:xfrm>
          <a:off x="222250" y="2214151"/>
          <a:ext cx="3111500" cy="70848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7607" tIns="0" rIns="117607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STABLE SPEED REGULATION</a:t>
          </a:r>
          <a:endParaRPr lang="en-US" sz="1800" kern="1200" dirty="0"/>
        </a:p>
      </dsp:txBody>
      <dsp:txXfrm>
        <a:off x="256835" y="2248736"/>
        <a:ext cx="3042330" cy="639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48CE8-ADCB-4B51-BAF0-1C05D1C918BE}">
      <dsp:nvSpPr>
        <dsp:cNvPr id="0" name=""/>
        <dsp:cNvSpPr/>
      </dsp:nvSpPr>
      <dsp:spPr>
        <a:xfrm>
          <a:off x="106347" y="1335863"/>
          <a:ext cx="1512554" cy="498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effectLst/>
            </a:rPr>
            <a:t>THROTTLE </a:t>
          </a:r>
          <a:endParaRPr lang="en-US" sz="2000" b="1" kern="1200" dirty="0">
            <a:effectLst/>
          </a:endParaRPr>
        </a:p>
      </dsp:txBody>
      <dsp:txXfrm>
        <a:off x="106347" y="1335863"/>
        <a:ext cx="1512554" cy="498455"/>
      </dsp:txXfrm>
    </dsp:sp>
    <dsp:sp modelId="{BAD90C79-6FEE-4060-99A7-AA31013BEEBB}">
      <dsp:nvSpPr>
        <dsp:cNvPr id="0" name=""/>
        <dsp:cNvSpPr/>
      </dsp:nvSpPr>
      <dsp:spPr>
        <a:xfrm>
          <a:off x="104629" y="1184264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E6E7403-18D8-4F6E-B2F7-BEC7842403F0}">
      <dsp:nvSpPr>
        <dsp:cNvPr id="0" name=""/>
        <dsp:cNvSpPr/>
      </dsp:nvSpPr>
      <dsp:spPr>
        <a:xfrm>
          <a:off x="188850" y="1015820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150589"/>
                <a:satOff val="5556"/>
                <a:lumOff val="-81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50589"/>
                <a:satOff val="5556"/>
                <a:lumOff val="-81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50589"/>
                <a:satOff val="5556"/>
                <a:lumOff val="-81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343448-BA76-4521-8AFC-D23F2FD28B65}">
      <dsp:nvSpPr>
        <dsp:cNvPr id="0" name=""/>
        <dsp:cNvSpPr/>
      </dsp:nvSpPr>
      <dsp:spPr>
        <a:xfrm>
          <a:off x="390983" y="1049509"/>
          <a:ext cx="189069" cy="189069"/>
        </a:xfrm>
        <a:prstGeom prst="ellipse">
          <a:avLst/>
        </a:prstGeom>
        <a:gradFill rotWithShape="0">
          <a:gsLst>
            <a:gs pos="0">
              <a:schemeClr val="accent3">
                <a:hueOff val="301178"/>
                <a:satOff val="11111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301178"/>
                <a:satOff val="11111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301178"/>
                <a:satOff val="11111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C2B08B-C468-4B2B-B9DA-F7B1EF98E2DD}">
      <dsp:nvSpPr>
        <dsp:cNvPr id="0" name=""/>
        <dsp:cNvSpPr/>
      </dsp:nvSpPr>
      <dsp:spPr>
        <a:xfrm>
          <a:off x="559426" y="864221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451767"/>
                <a:satOff val="16667"/>
                <a:lumOff val="-245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51767"/>
                <a:satOff val="16667"/>
                <a:lumOff val="-245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51767"/>
                <a:satOff val="16667"/>
                <a:lumOff val="-245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8FD00D7-EA69-4352-8A5C-16BDF18590A0}">
      <dsp:nvSpPr>
        <dsp:cNvPr id="0" name=""/>
        <dsp:cNvSpPr/>
      </dsp:nvSpPr>
      <dsp:spPr>
        <a:xfrm>
          <a:off x="778403" y="796844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602355"/>
                <a:satOff val="22222"/>
                <a:lumOff val="-32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602355"/>
                <a:satOff val="22222"/>
                <a:lumOff val="-32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602355"/>
                <a:satOff val="22222"/>
                <a:lumOff val="-32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0D66038-B8B7-4F7B-86C8-BAF0FBB3E502}">
      <dsp:nvSpPr>
        <dsp:cNvPr id="0" name=""/>
        <dsp:cNvSpPr/>
      </dsp:nvSpPr>
      <dsp:spPr>
        <a:xfrm>
          <a:off x="1047912" y="914754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752944"/>
                <a:satOff val="27778"/>
                <a:lumOff val="-40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752944"/>
                <a:satOff val="27778"/>
                <a:lumOff val="-40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752944"/>
                <a:satOff val="27778"/>
                <a:lumOff val="-40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53C80A0-2FEC-4D8E-8BD3-13AFB437A323}">
      <dsp:nvSpPr>
        <dsp:cNvPr id="0" name=""/>
        <dsp:cNvSpPr/>
      </dsp:nvSpPr>
      <dsp:spPr>
        <a:xfrm>
          <a:off x="1216356" y="998976"/>
          <a:ext cx="189069" cy="189069"/>
        </a:xfrm>
        <a:prstGeom prst="ellipse">
          <a:avLst/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D56CC66-FDA2-4FD2-A3CC-1C659CA86227}">
      <dsp:nvSpPr>
        <dsp:cNvPr id="0" name=""/>
        <dsp:cNvSpPr/>
      </dsp:nvSpPr>
      <dsp:spPr>
        <a:xfrm>
          <a:off x="1452177" y="1184264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1054122"/>
                <a:satOff val="38889"/>
                <a:lumOff val="-57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054122"/>
                <a:satOff val="38889"/>
                <a:lumOff val="-57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054122"/>
                <a:satOff val="38889"/>
                <a:lumOff val="-57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BC1D42B-AE59-4ABD-8400-3C6029354670}">
      <dsp:nvSpPr>
        <dsp:cNvPr id="0" name=""/>
        <dsp:cNvSpPr/>
      </dsp:nvSpPr>
      <dsp:spPr>
        <a:xfrm>
          <a:off x="1553243" y="1369552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1204711"/>
                <a:satOff val="44444"/>
                <a:lumOff val="-65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204711"/>
                <a:satOff val="44444"/>
                <a:lumOff val="-65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204711"/>
                <a:satOff val="44444"/>
                <a:lumOff val="-65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F485562-6814-43C2-9D7A-C77363C3344E}">
      <dsp:nvSpPr>
        <dsp:cNvPr id="0" name=""/>
        <dsp:cNvSpPr/>
      </dsp:nvSpPr>
      <dsp:spPr>
        <a:xfrm>
          <a:off x="677337" y="1015820"/>
          <a:ext cx="309386" cy="309386"/>
        </a:xfrm>
        <a:prstGeom prst="ellips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C7C30E-68D2-43E4-94D4-ED4ACB44BF71}">
      <dsp:nvSpPr>
        <dsp:cNvPr id="0" name=""/>
        <dsp:cNvSpPr/>
      </dsp:nvSpPr>
      <dsp:spPr>
        <a:xfrm>
          <a:off x="20407" y="1655906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1505888"/>
                <a:satOff val="55556"/>
                <a:lumOff val="-81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505888"/>
                <a:satOff val="55556"/>
                <a:lumOff val="-81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505888"/>
                <a:satOff val="55556"/>
                <a:lumOff val="-81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C5F6DD6-5499-4292-A349-602F102CF7EC}">
      <dsp:nvSpPr>
        <dsp:cNvPr id="0" name=""/>
        <dsp:cNvSpPr/>
      </dsp:nvSpPr>
      <dsp:spPr>
        <a:xfrm>
          <a:off x="121473" y="1807505"/>
          <a:ext cx="189069" cy="189069"/>
        </a:xfrm>
        <a:prstGeom prst="ellipse">
          <a:avLst/>
        </a:prstGeom>
        <a:gradFill rotWithShape="0">
          <a:gsLst>
            <a:gs pos="0">
              <a:schemeClr val="accent3">
                <a:hueOff val="1656477"/>
                <a:satOff val="61111"/>
                <a:lumOff val="-89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656477"/>
                <a:satOff val="61111"/>
                <a:lumOff val="-89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656477"/>
                <a:satOff val="61111"/>
                <a:lumOff val="-89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C068B9-73D6-442A-8C01-0EAEF2995509}">
      <dsp:nvSpPr>
        <dsp:cNvPr id="0" name=""/>
        <dsp:cNvSpPr/>
      </dsp:nvSpPr>
      <dsp:spPr>
        <a:xfrm>
          <a:off x="374138" y="1942260"/>
          <a:ext cx="275009" cy="275009"/>
        </a:xfrm>
        <a:prstGeom prst="ellipse">
          <a:avLst/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9D2F998-C9D3-40B9-91C6-E204CBDAC03D}">
      <dsp:nvSpPr>
        <dsp:cNvPr id="0" name=""/>
        <dsp:cNvSpPr/>
      </dsp:nvSpPr>
      <dsp:spPr>
        <a:xfrm>
          <a:off x="727870" y="2161236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1957655"/>
                <a:satOff val="72222"/>
                <a:lumOff val="-106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957655"/>
                <a:satOff val="72222"/>
                <a:lumOff val="-106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957655"/>
                <a:satOff val="72222"/>
                <a:lumOff val="-106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97CEC0-C3C3-4F90-9DA1-61C00F169768}">
      <dsp:nvSpPr>
        <dsp:cNvPr id="0" name=""/>
        <dsp:cNvSpPr/>
      </dsp:nvSpPr>
      <dsp:spPr>
        <a:xfrm>
          <a:off x="795247" y="1942260"/>
          <a:ext cx="189069" cy="189069"/>
        </a:xfrm>
        <a:prstGeom prst="ellipse">
          <a:avLst/>
        </a:prstGeom>
        <a:gradFill rotWithShape="0">
          <a:gsLst>
            <a:gs pos="0">
              <a:schemeClr val="accent3">
                <a:hueOff val="2108244"/>
                <a:satOff val="77778"/>
                <a:lumOff val="-1143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108244"/>
                <a:satOff val="77778"/>
                <a:lumOff val="-1143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108244"/>
                <a:satOff val="77778"/>
                <a:lumOff val="-1143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B3D82AB-36DF-4E8E-BD0A-CB457E02A15C}">
      <dsp:nvSpPr>
        <dsp:cNvPr id="0" name=""/>
        <dsp:cNvSpPr/>
      </dsp:nvSpPr>
      <dsp:spPr>
        <a:xfrm>
          <a:off x="963691" y="2178081"/>
          <a:ext cx="120316" cy="120316"/>
        </a:xfrm>
        <a:prstGeom prst="ellipse">
          <a:avLst/>
        </a:prstGeom>
        <a:gradFill rotWithShape="0">
          <a:gsLst>
            <a:gs pos="0">
              <a:schemeClr val="accent3">
                <a:hueOff val="2258833"/>
                <a:satOff val="83333"/>
                <a:lumOff val="-122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258833"/>
                <a:satOff val="83333"/>
                <a:lumOff val="-122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258833"/>
                <a:satOff val="83333"/>
                <a:lumOff val="-122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A03610D-9117-4043-8405-D6CF97F6C5D5}">
      <dsp:nvSpPr>
        <dsp:cNvPr id="0" name=""/>
        <dsp:cNvSpPr/>
      </dsp:nvSpPr>
      <dsp:spPr>
        <a:xfrm>
          <a:off x="1115290" y="1908571"/>
          <a:ext cx="275009" cy="275009"/>
        </a:xfrm>
        <a:prstGeom prst="ellipse">
          <a:avLst/>
        </a:prstGeom>
        <a:gradFill rotWithShape="0">
          <a:gsLst>
            <a:gs pos="0">
              <a:schemeClr val="accent3">
                <a:hueOff val="2409421"/>
                <a:satOff val="88889"/>
                <a:lumOff val="-130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409421"/>
                <a:satOff val="88889"/>
                <a:lumOff val="-130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409421"/>
                <a:satOff val="88889"/>
                <a:lumOff val="-130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53EA3DE-78A9-42DE-9C01-EDA2A8560926}">
      <dsp:nvSpPr>
        <dsp:cNvPr id="0" name=""/>
        <dsp:cNvSpPr/>
      </dsp:nvSpPr>
      <dsp:spPr>
        <a:xfrm>
          <a:off x="1485866" y="1841193"/>
          <a:ext cx="189069" cy="189069"/>
        </a:xfrm>
        <a:prstGeom prst="ellipse">
          <a:avLst/>
        </a:prstGeom>
        <a:gradFill rotWithShape="0">
          <a:gsLst>
            <a:gs pos="0">
              <a:schemeClr val="accent3">
                <a:hueOff val="2560010"/>
                <a:satOff val="94444"/>
                <a:lumOff val="-138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560010"/>
                <a:satOff val="94444"/>
                <a:lumOff val="-138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560010"/>
                <a:satOff val="94444"/>
                <a:lumOff val="-138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E100A6F-656A-4957-99C7-D8232C13E838}">
      <dsp:nvSpPr>
        <dsp:cNvPr id="0" name=""/>
        <dsp:cNvSpPr/>
      </dsp:nvSpPr>
      <dsp:spPr>
        <a:xfrm>
          <a:off x="1674935" y="1049229"/>
          <a:ext cx="555269" cy="1060070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CDC1EA8-E78E-4D49-8EBA-0D2ADC864223}">
      <dsp:nvSpPr>
        <dsp:cNvPr id="0" name=""/>
        <dsp:cNvSpPr/>
      </dsp:nvSpPr>
      <dsp:spPr>
        <a:xfrm>
          <a:off x="2230204" y="1049744"/>
          <a:ext cx="1514371" cy="1060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effectLst/>
            </a:rPr>
            <a:t>ARDUINO</a:t>
          </a:r>
          <a:endParaRPr lang="en-US" sz="2000" b="1" kern="1200" dirty="0">
            <a:effectLst/>
          </a:endParaRPr>
        </a:p>
      </dsp:txBody>
      <dsp:txXfrm>
        <a:off x="2230204" y="1049744"/>
        <a:ext cx="1514371" cy="1060059"/>
      </dsp:txXfrm>
    </dsp:sp>
    <dsp:sp modelId="{4514201C-CB9E-45F9-A366-3A48D15AD4D5}">
      <dsp:nvSpPr>
        <dsp:cNvPr id="0" name=""/>
        <dsp:cNvSpPr/>
      </dsp:nvSpPr>
      <dsp:spPr>
        <a:xfrm>
          <a:off x="3793789" y="1052992"/>
          <a:ext cx="555269" cy="1060070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903533"/>
                <a:satOff val="33333"/>
                <a:lumOff val="-49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903533"/>
                <a:satOff val="33333"/>
                <a:lumOff val="-49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903533"/>
                <a:satOff val="33333"/>
                <a:lumOff val="-49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FC28F3-0E6F-4E91-B2AA-7E6867AF2DBA}">
      <dsp:nvSpPr>
        <dsp:cNvPr id="0" name=""/>
        <dsp:cNvSpPr/>
      </dsp:nvSpPr>
      <dsp:spPr>
        <a:xfrm>
          <a:off x="4299845" y="1049744"/>
          <a:ext cx="1514371" cy="1060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effectLst/>
            </a:rPr>
            <a:t>PWM </a:t>
          </a:r>
          <a:endParaRPr lang="en-US" sz="2000" b="1" kern="1200" dirty="0">
            <a:effectLst/>
          </a:endParaRPr>
        </a:p>
      </dsp:txBody>
      <dsp:txXfrm>
        <a:off x="4299845" y="1049744"/>
        <a:ext cx="1514371" cy="1060059"/>
      </dsp:txXfrm>
    </dsp:sp>
    <dsp:sp modelId="{1C06B3BA-8743-480E-94AD-267D75A5A5E2}">
      <dsp:nvSpPr>
        <dsp:cNvPr id="0" name=""/>
        <dsp:cNvSpPr/>
      </dsp:nvSpPr>
      <dsp:spPr>
        <a:xfrm>
          <a:off x="5814216" y="1049229"/>
          <a:ext cx="555269" cy="1060070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1807066"/>
                <a:satOff val="66667"/>
                <a:lumOff val="-9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807066"/>
                <a:satOff val="66667"/>
                <a:lumOff val="-9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807066"/>
                <a:satOff val="66667"/>
                <a:lumOff val="-9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15F469C-2011-4D8B-BFBD-F466E9834DE2}">
      <dsp:nvSpPr>
        <dsp:cNvPr id="0" name=""/>
        <dsp:cNvSpPr/>
      </dsp:nvSpPr>
      <dsp:spPr>
        <a:xfrm>
          <a:off x="6369486" y="1049744"/>
          <a:ext cx="1514371" cy="1060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effectLst/>
            </a:rPr>
            <a:t>BTS 7960</a:t>
          </a:r>
          <a:endParaRPr lang="en-US" sz="2000" b="1" kern="1200" dirty="0">
            <a:effectLst/>
          </a:endParaRPr>
        </a:p>
      </dsp:txBody>
      <dsp:txXfrm>
        <a:off x="6369486" y="1049744"/>
        <a:ext cx="1514371" cy="1060059"/>
      </dsp:txXfrm>
    </dsp:sp>
    <dsp:sp modelId="{D48E5B00-895A-4A8D-BF5E-639C2D8F009B}">
      <dsp:nvSpPr>
        <dsp:cNvPr id="0" name=""/>
        <dsp:cNvSpPr/>
      </dsp:nvSpPr>
      <dsp:spPr>
        <a:xfrm>
          <a:off x="7883857" y="1049229"/>
          <a:ext cx="555269" cy="1060070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1642C47-A7C8-46A5-98DB-C994F039AED3}">
      <dsp:nvSpPr>
        <dsp:cNvPr id="0" name=""/>
        <dsp:cNvSpPr/>
      </dsp:nvSpPr>
      <dsp:spPr>
        <a:xfrm>
          <a:off x="8454694" y="1015454"/>
          <a:ext cx="1377230" cy="1179552"/>
        </a:xfrm>
        <a:prstGeom prst="ellips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effectLst/>
            </a:rPr>
            <a:t>MOTOR</a:t>
          </a:r>
          <a:endParaRPr lang="en-US" sz="2000" b="1" kern="1200" dirty="0">
            <a:effectLst/>
          </a:endParaRPr>
        </a:p>
      </dsp:txBody>
      <dsp:txXfrm>
        <a:off x="8656385" y="1188195"/>
        <a:ext cx="973848" cy="834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F40C2-63ED-4398-9B17-1564FDB8C3D6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67D23-26FF-4844-9112-6B9C8FB2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84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54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60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17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21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5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06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62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46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75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55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25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476B7-76A4-4EE1-A455-B23E8F83E85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F7E86-69E8-44CF-A130-D64E890FC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1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comments" Target="../comments/comment1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90000"/>
                <a:lumOff val="10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4000"/>
                    </a14:imgEffect>
                    <a14:imgEffect>
                      <a14:colorTemperature colorTemp="7500"/>
                    </a14:imgEffect>
                    <a14:imgEffect>
                      <a14:saturation sat="114000"/>
                    </a14:imgEffect>
                    <a14:imgEffect>
                      <a14:brightnessContrast bright="-50000" contrast="8000"/>
                    </a14:imgEffect>
                  </a14:imgLayer>
                </a14:imgProps>
              </a:ext>
            </a:extLst>
          </a:blip>
          <a:srcRect l="11647" t="4578" r="390" b="3870"/>
          <a:stretch/>
        </p:blipFill>
        <p:spPr>
          <a:xfrm>
            <a:off x="0" y="-15239"/>
            <a:ext cx="12219092" cy="6873239"/>
          </a:xfrm>
          <a:prstGeom prst="rect">
            <a:avLst/>
          </a:prstGeom>
          <a:blipFill dpi="0" rotWithShape="1">
            <a:blip r:embed="rId4">
              <a:alphaModFix amt="87000"/>
            </a:blip>
            <a:srcRect/>
            <a:tile tx="0" ty="0" sx="100000" sy="100000" flip="none" algn="tl"/>
          </a:blipFill>
          <a:effectLst>
            <a:glow>
              <a:schemeClr val="accent1">
                <a:alpha val="58000"/>
              </a:schemeClr>
            </a:glow>
            <a:outerShdw blurRad="901700" dist="50800" dir="5400000" algn="ctr" rotWithShape="0">
              <a:srgbClr val="000000">
                <a:alpha val="19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rcRect l="1" t="5938" r="1" b="5938"/>
          <a:stretch/>
        </p:blipFill>
        <p:spPr>
          <a:xfrm>
            <a:off x="-5338650" y="6186409"/>
            <a:ext cx="2387878" cy="13431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2635" y="1212326"/>
            <a:ext cx="8096831" cy="2048058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MINI FADEC </a:t>
            </a:r>
            <a:endParaRPr lang="en-US" sz="66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2635" y="3400838"/>
            <a:ext cx="8096831" cy="1420295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Maiandra GD" panose="020E0502030308020204" pitchFamily="34" charset="0"/>
              </a:rPr>
              <a:t>INELLIGENT MOTOR CONTROL SYSTEM </a:t>
            </a:r>
          </a:p>
          <a:p>
            <a:r>
              <a:rPr lang="en-US" sz="2800" dirty="0" smtClean="0">
                <a:solidFill>
                  <a:schemeClr val="bg1"/>
                </a:solidFill>
                <a:latin typeface="Maiandra GD" panose="020E0502030308020204" pitchFamily="34" charset="0"/>
              </a:rPr>
              <a:t>USING ARDUINO </a:t>
            </a:r>
            <a:endParaRPr lang="en-US" sz="2800" dirty="0">
              <a:solidFill>
                <a:schemeClr val="bg1"/>
              </a:solidFill>
              <a:latin typeface="Maiandra GD" panose="020E0502030308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4204" y="133838"/>
            <a:ext cx="575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ELECTRONICS ENGINEERING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444204" y="492667"/>
            <a:ext cx="188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EE-227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8283" y="5285951"/>
            <a:ext cx="2688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PRESENTERS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ALEENA KABIR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AYESHA CHAUDHRY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AYESHA YASEEN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WAJEEHA ZUBAIR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-1610230" y="9656096"/>
            <a:ext cx="16084542" cy="7947108"/>
            <a:chOff x="-2469063" y="-85023"/>
            <a:chExt cx="16084542" cy="7947108"/>
          </a:xfrm>
          <a:blipFill>
            <a:blip r:embed="rId7"/>
            <a:tile tx="0" ty="0" sx="100000" sy="100000" flip="none" algn="tl"/>
          </a:blipFill>
        </p:grpSpPr>
        <p:grpSp>
          <p:nvGrpSpPr>
            <p:cNvPr id="8" name="Group 7"/>
            <p:cNvGrpSpPr/>
            <p:nvPr/>
          </p:nvGrpSpPr>
          <p:grpSpPr>
            <a:xfrm>
              <a:off x="8019193" y="-32486"/>
              <a:ext cx="5596286" cy="7054247"/>
              <a:chOff x="8019193" y="-32486"/>
              <a:chExt cx="5596286" cy="7054247"/>
            </a:xfrm>
            <a:grpFill/>
          </p:grpSpPr>
          <p:sp>
            <p:nvSpPr>
              <p:cNvPr id="15" name="Hexagon 14"/>
              <p:cNvSpPr/>
              <p:nvPr/>
            </p:nvSpPr>
            <p:spPr>
              <a:xfrm>
                <a:off x="11509229" y="-17930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Hexagon 15"/>
              <p:cNvSpPr/>
              <p:nvPr/>
            </p:nvSpPr>
            <p:spPr>
              <a:xfrm>
                <a:off x="11509229" y="1715255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Hexagon 16"/>
              <p:cNvSpPr/>
              <p:nvPr/>
            </p:nvSpPr>
            <p:spPr>
              <a:xfrm>
                <a:off x="9771627" y="848662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Hexagon 17"/>
              <p:cNvSpPr/>
              <p:nvPr/>
            </p:nvSpPr>
            <p:spPr>
              <a:xfrm>
                <a:off x="11509229" y="3488299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Hexagon 18"/>
              <p:cNvSpPr/>
              <p:nvPr/>
            </p:nvSpPr>
            <p:spPr>
              <a:xfrm>
                <a:off x="9781343" y="2581847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Hexagon 19"/>
              <p:cNvSpPr/>
              <p:nvPr/>
            </p:nvSpPr>
            <p:spPr>
              <a:xfrm>
                <a:off x="11509229" y="5248717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Hexagon 20"/>
              <p:cNvSpPr/>
              <p:nvPr/>
            </p:nvSpPr>
            <p:spPr>
              <a:xfrm>
                <a:off x="9764211" y="4354891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Hexagon 22"/>
              <p:cNvSpPr/>
              <p:nvPr/>
            </p:nvSpPr>
            <p:spPr>
              <a:xfrm>
                <a:off x="8036325" y="3448440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Hexagon 23"/>
              <p:cNvSpPr/>
              <p:nvPr/>
            </p:nvSpPr>
            <p:spPr>
              <a:xfrm>
                <a:off x="8028909" y="1753132"/>
                <a:ext cx="2106250" cy="1707933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Hexagon 21"/>
              <p:cNvSpPr/>
              <p:nvPr/>
            </p:nvSpPr>
            <p:spPr>
              <a:xfrm>
                <a:off x="8019193" y="-32486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Hexagon 24"/>
              <p:cNvSpPr/>
              <p:nvPr/>
            </p:nvSpPr>
            <p:spPr>
              <a:xfrm>
                <a:off x="8019193" y="5219084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2784139" y="807838"/>
              <a:ext cx="5596286" cy="7054247"/>
              <a:chOff x="8019193" y="-32486"/>
              <a:chExt cx="5596286" cy="7054247"/>
            </a:xfrm>
            <a:grpFill/>
          </p:grpSpPr>
          <p:sp>
            <p:nvSpPr>
              <p:cNvPr id="27" name="Hexagon 26"/>
              <p:cNvSpPr/>
              <p:nvPr/>
            </p:nvSpPr>
            <p:spPr>
              <a:xfrm>
                <a:off x="11509229" y="-17930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Hexagon 27"/>
              <p:cNvSpPr/>
              <p:nvPr/>
            </p:nvSpPr>
            <p:spPr>
              <a:xfrm>
                <a:off x="11509229" y="1715255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Hexagon 28"/>
              <p:cNvSpPr/>
              <p:nvPr/>
            </p:nvSpPr>
            <p:spPr>
              <a:xfrm>
                <a:off x="9771627" y="848662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Hexagon 29"/>
              <p:cNvSpPr/>
              <p:nvPr/>
            </p:nvSpPr>
            <p:spPr>
              <a:xfrm>
                <a:off x="11509229" y="3488299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Hexagon 30"/>
              <p:cNvSpPr/>
              <p:nvPr/>
            </p:nvSpPr>
            <p:spPr>
              <a:xfrm>
                <a:off x="9781343" y="2581847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Hexagon 31"/>
              <p:cNvSpPr/>
              <p:nvPr/>
            </p:nvSpPr>
            <p:spPr>
              <a:xfrm>
                <a:off x="11509229" y="5248717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Hexagon 32"/>
              <p:cNvSpPr/>
              <p:nvPr/>
            </p:nvSpPr>
            <p:spPr>
              <a:xfrm>
                <a:off x="9764211" y="4354891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Hexagon 33"/>
              <p:cNvSpPr/>
              <p:nvPr/>
            </p:nvSpPr>
            <p:spPr>
              <a:xfrm>
                <a:off x="8036325" y="3448440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Hexagon 34"/>
              <p:cNvSpPr/>
              <p:nvPr/>
            </p:nvSpPr>
            <p:spPr>
              <a:xfrm>
                <a:off x="8028909" y="1753132"/>
                <a:ext cx="2106250" cy="1707933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Hexagon 35"/>
              <p:cNvSpPr/>
              <p:nvPr/>
            </p:nvSpPr>
            <p:spPr>
              <a:xfrm>
                <a:off x="8019193" y="-32486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Hexagon 36"/>
              <p:cNvSpPr/>
              <p:nvPr/>
            </p:nvSpPr>
            <p:spPr>
              <a:xfrm>
                <a:off x="8019193" y="5219084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-2469063" y="-85023"/>
              <a:ext cx="5596286" cy="7054247"/>
              <a:chOff x="8019193" y="-32486"/>
              <a:chExt cx="5596286" cy="7054247"/>
            </a:xfrm>
            <a:grpFill/>
          </p:grpSpPr>
          <p:sp>
            <p:nvSpPr>
              <p:cNvPr id="39" name="Hexagon 38"/>
              <p:cNvSpPr/>
              <p:nvPr/>
            </p:nvSpPr>
            <p:spPr>
              <a:xfrm>
                <a:off x="11509229" y="-17930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Hexagon 39"/>
              <p:cNvSpPr/>
              <p:nvPr/>
            </p:nvSpPr>
            <p:spPr>
              <a:xfrm>
                <a:off x="11509229" y="1715255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Hexagon 40"/>
              <p:cNvSpPr/>
              <p:nvPr/>
            </p:nvSpPr>
            <p:spPr>
              <a:xfrm>
                <a:off x="9771627" y="848662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Hexagon 41"/>
              <p:cNvSpPr/>
              <p:nvPr/>
            </p:nvSpPr>
            <p:spPr>
              <a:xfrm>
                <a:off x="11509229" y="3488299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Hexagon 42"/>
              <p:cNvSpPr/>
              <p:nvPr/>
            </p:nvSpPr>
            <p:spPr>
              <a:xfrm>
                <a:off x="9781343" y="2581847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Hexagon 43"/>
              <p:cNvSpPr/>
              <p:nvPr/>
            </p:nvSpPr>
            <p:spPr>
              <a:xfrm>
                <a:off x="11509229" y="5248717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Hexagon 44"/>
              <p:cNvSpPr/>
              <p:nvPr/>
            </p:nvSpPr>
            <p:spPr>
              <a:xfrm>
                <a:off x="9764211" y="4354891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Hexagon 45"/>
              <p:cNvSpPr/>
              <p:nvPr/>
            </p:nvSpPr>
            <p:spPr>
              <a:xfrm>
                <a:off x="8036325" y="3448440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Hexagon 46"/>
              <p:cNvSpPr/>
              <p:nvPr/>
            </p:nvSpPr>
            <p:spPr>
              <a:xfrm>
                <a:off x="8028909" y="1753132"/>
                <a:ext cx="2106250" cy="1707933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Hexagon 47"/>
              <p:cNvSpPr/>
              <p:nvPr/>
            </p:nvSpPr>
            <p:spPr>
              <a:xfrm>
                <a:off x="8019193" y="-32486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Hexagon 48"/>
              <p:cNvSpPr/>
              <p:nvPr/>
            </p:nvSpPr>
            <p:spPr>
              <a:xfrm>
                <a:off x="8019193" y="5219084"/>
                <a:ext cx="2106250" cy="1773044"/>
              </a:xfrm>
              <a:prstGeom prst="hexagon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7193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316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PROBLEM STATEMENT </a:t>
            </a:r>
            <a:endParaRPr lang="en-US" sz="40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5920"/>
            <a:ext cx="460248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02060"/>
                </a:solidFill>
              </a:rPr>
              <a:t>EXISTING PROBLEM </a:t>
            </a: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419309891"/>
              </p:ext>
            </p:extLst>
          </p:nvPr>
        </p:nvGraphicFramePr>
        <p:xfrm>
          <a:off x="651843" y="2717830"/>
          <a:ext cx="4415457" cy="31881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20793774"/>
              </p:ext>
            </p:extLst>
          </p:nvPr>
        </p:nvGraphicFramePr>
        <p:xfrm>
          <a:off x="5969001" y="2657888"/>
          <a:ext cx="4445000" cy="3210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0" y="1865920"/>
            <a:ext cx="3034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2060"/>
                </a:solidFill>
              </a:rPr>
              <a:t>NEED</a:t>
            </a:r>
          </a:p>
        </p:txBody>
      </p:sp>
    </p:spTree>
    <p:extLst>
      <p:ext uri="{BB962C8B-B14F-4D97-AF65-F5344CB8AC3E}">
        <p14:creationId xmlns:p14="http://schemas.microsoft.com/office/powerpoint/2010/main" val="2831870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623" y="316186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SYSTEM ARCHITECTURE 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356184295"/>
              </p:ext>
            </p:extLst>
          </p:nvPr>
        </p:nvGraphicFramePr>
        <p:xfrm>
          <a:off x="1256136" y="1190653"/>
          <a:ext cx="9867900" cy="3095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45331" y="4285895"/>
            <a:ext cx="1694046" cy="400110"/>
          </a:xfrm>
          <a:prstGeom prst="rect">
            <a:avLst/>
          </a:prstGeom>
          <a:gradFill flip="none" rotWithShape="1">
            <a:gsLst>
              <a:gs pos="1200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ENCODER 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775591" y="4655227"/>
            <a:ext cx="1838425" cy="40011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LM35 </a:t>
            </a:r>
            <a:endParaRPr lang="en-US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228699" y="5040067"/>
            <a:ext cx="1867301" cy="400110"/>
          </a:xfrm>
          <a:prstGeom prst="rect">
            <a:avLst/>
          </a:prstGeom>
          <a:gradFill flip="none" rotWithShape="1">
            <a:gsLst>
              <a:gs pos="44000">
                <a:schemeClr val="accent2">
                  <a:lumMod val="67000"/>
                </a:schemeClr>
              </a:gs>
              <a:gs pos="98000">
                <a:schemeClr val="accent2">
                  <a:lumMod val="97000"/>
                  <a:lumOff val="3000"/>
                </a:schemeClr>
              </a:gs>
              <a:gs pos="100000">
                <a:schemeClr val="accent4">
                  <a:lumMod val="5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ARM SWITCH</a:t>
            </a:r>
            <a:endParaRPr lang="en-US" sz="2000" b="1" dirty="0"/>
          </a:p>
        </p:txBody>
      </p:sp>
      <p:sp>
        <p:nvSpPr>
          <p:cNvPr id="16" name="Left Brace 15"/>
          <p:cNvSpPr/>
          <p:nvPr/>
        </p:nvSpPr>
        <p:spPr>
          <a:xfrm>
            <a:off x="2658892" y="4137250"/>
            <a:ext cx="413887" cy="1299410"/>
          </a:xfrm>
          <a:prstGeom prst="leftBrace">
            <a:avLst/>
          </a:prstGeom>
          <a:ln w="28575">
            <a:solidFill>
              <a:schemeClr val="accent4">
                <a:lumMod val="50000"/>
              </a:schemeClr>
            </a:solidFill>
          </a:ln>
          <a:effectLst>
            <a:reflection blurRad="6350" stA="50000" endA="275" endPos="40000" dist="1016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 b="1"/>
          </a:p>
        </p:txBody>
      </p:sp>
      <p:sp>
        <p:nvSpPr>
          <p:cNvPr id="17" name="Right Brace 16"/>
          <p:cNvSpPr/>
          <p:nvPr/>
        </p:nvSpPr>
        <p:spPr>
          <a:xfrm>
            <a:off x="6190086" y="4024773"/>
            <a:ext cx="352926" cy="1411887"/>
          </a:xfrm>
          <a:prstGeom prst="rightBrace">
            <a:avLst/>
          </a:prstGeom>
          <a:ln w="28575">
            <a:solidFill>
              <a:schemeClr val="accent4">
                <a:lumMod val="50000"/>
              </a:schemeClr>
            </a:solidFill>
          </a:ln>
          <a:effectLst>
            <a:reflection blurRad="6350" stA="50000" endA="275" endPos="40000" dist="1016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 b="1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Chevron 19"/>
          <p:cNvSpPr/>
          <p:nvPr/>
        </p:nvSpPr>
        <p:spPr>
          <a:xfrm rot="16200000">
            <a:off x="3890249" y="3368066"/>
            <a:ext cx="581849" cy="854641"/>
          </a:xfrm>
          <a:prstGeom prst="chevron">
            <a:avLst>
              <a:gd name="adj" fmla="val 6231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903533"/>
              <a:satOff val="33333"/>
              <a:lumOff val="-4902"/>
              <a:alphaOff val="0"/>
            </a:schemeClr>
          </a:fillRef>
          <a:effectRef idx="0">
            <a:schemeClr val="accent3">
              <a:hueOff val="903533"/>
              <a:satOff val="33333"/>
              <a:lumOff val="-4902"/>
              <a:alphaOff val="0"/>
            </a:schemeClr>
          </a:effectRef>
          <a:fontRef idx="minor">
            <a:schemeClr val="lt1"/>
          </a:fontRef>
        </p:style>
      </p:sp>
      <p:sp>
        <p:nvSpPr>
          <p:cNvPr id="21" name="TextBox 20"/>
          <p:cNvSpPr txBox="1"/>
          <p:nvPr/>
        </p:nvSpPr>
        <p:spPr>
          <a:xfrm>
            <a:off x="2963537" y="4289041"/>
            <a:ext cx="1694046" cy="400110"/>
          </a:xfrm>
          <a:prstGeom prst="rect">
            <a:avLst/>
          </a:prstGeom>
          <a:gradFill flip="none" rotWithShape="1">
            <a:gsLst>
              <a:gs pos="11000">
                <a:schemeClr val="accent4">
                  <a:lumMod val="5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ENCODER </a:t>
            </a:r>
            <a:endParaRPr 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3793797" y="4662981"/>
            <a:ext cx="1838425" cy="400110"/>
          </a:xfrm>
          <a:prstGeom prst="rect">
            <a:avLst/>
          </a:prstGeom>
          <a:gradFill flip="none" rotWithShape="1">
            <a:gsLst>
              <a:gs pos="20000">
                <a:schemeClr val="accent4">
                  <a:lumMod val="50000"/>
                </a:schemeClr>
              </a:gs>
              <a:gs pos="100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/>
              <a:t>LM35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2334074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11" grpId="0" animBg="1"/>
      <p:bldP spid="14" grpId="0" animBg="1"/>
      <p:bldP spid="15" grpId="0" animBg="1"/>
      <p:bldP spid="16" grpId="0" animBg="1"/>
      <p:bldP spid="17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Cooper Black" panose="0208090404030B020404" pitchFamily="18" charset="0"/>
              </a:rPr>
              <a:t>CONTROL LOGIC</a:t>
            </a:r>
            <a:endParaRPr lang="en-US" dirty="0">
              <a:latin typeface="Cooper Black" panose="0208090404030B0204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1693818" y="2323006"/>
            <a:ext cx="9280436" cy="2746398"/>
            <a:chOff x="1455781" y="2488106"/>
            <a:chExt cx="9280436" cy="2746398"/>
          </a:xfrm>
        </p:grpSpPr>
        <p:sp>
          <p:nvSpPr>
            <p:cNvPr id="4" name="Freeform 3"/>
            <p:cNvSpPr/>
            <p:nvPr/>
          </p:nvSpPr>
          <p:spPr>
            <a:xfrm>
              <a:off x="1455781" y="2520961"/>
              <a:ext cx="2829401" cy="1131760"/>
            </a:xfrm>
            <a:custGeom>
              <a:avLst/>
              <a:gdLst>
                <a:gd name="connsiteX0" fmla="*/ 0 w 2829401"/>
                <a:gd name="connsiteY0" fmla="*/ 0 h 1131760"/>
                <a:gd name="connsiteX1" fmla="*/ 2829401 w 2829401"/>
                <a:gd name="connsiteY1" fmla="*/ 0 h 1131760"/>
                <a:gd name="connsiteX2" fmla="*/ 2829401 w 2829401"/>
                <a:gd name="connsiteY2" fmla="*/ 1131760 h 1131760"/>
                <a:gd name="connsiteX3" fmla="*/ 0 w 2829401"/>
                <a:gd name="connsiteY3" fmla="*/ 1131760 h 1131760"/>
                <a:gd name="connsiteX4" fmla="*/ 0 w 2829401"/>
                <a:gd name="connsiteY4" fmla="*/ 0 h 113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401" h="1131760">
                  <a:moveTo>
                    <a:pt x="0" y="0"/>
                  </a:moveTo>
                  <a:lnTo>
                    <a:pt x="2829401" y="0"/>
                  </a:lnTo>
                  <a:lnTo>
                    <a:pt x="2829401" y="1131760"/>
                  </a:lnTo>
                  <a:lnTo>
                    <a:pt x="0" y="1131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2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13792" rIns="199136" bIns="113792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 dirty="0" smtClean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NORMAL MODE</a:t>
              </a:r>
              <a:endParaRPr lang="en-US" sz="2800" b="1" kern="1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1455781" y="3620444"/>
              <a:ext cx="2829401" cy="1614060"/>
            </a:xfrm>
            <a:custGeom>
              <a:avLst/>
              <a:gdLst>
                <a:gd name="connsiteX0" fmla="*/ 0 w 2829401"/>
                <a:gd name="connsiteY0" fmla="*/ 0 h 1614060"/>
                <a:gd name="connsiteX1" fmla="*/ 2829401 w 2829401"/>
                <a:gd name="connsiteY1" fmla="*/ 0 h 1614060"/>
                <a:gd name="connsiteX2" fmla="*/ 2829401 w 2829401"/>
                <a:gd name="connsiteY2" fmla="*/ 1614060 h 1614060"/>
                <a:gd name="connsiteX3" fmla="*/ 0 w 2829401"/>
                <a:gd name="connsiteY3" fmla="*/ 1614060 h 1614060"/>
                <a:gd name="connsiteX4" fmla="*/ 0 w 2829401"/>
                <a:gd name="connsiteY4" fmla="*/ 0 h 161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401" h="1614060">
                  <a:moveTo>
                    <a:pt x="0" y="0"/>
                  </a:moveTo>
                  <a:lnTo>
                    <a:pt x="2829401" y="0"/>
                  </a:lnTo>
                  <a:lnTo>
                    <a:pt x="2829401" y="1614060"/>
                  </a:lnTo>
                  <a:lnTo>
                    <a:pt x="0" y="1614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  <a:alpha val="90000"/>
              </a:schemeClr>
            </a:solidFill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9352" tIns="149352" rIns="199136" bIns="224028" numCol="1" spcCol="1270" anchor="t" anchorCtr="0">
              <a:noAutofit/>
            </a:bodyPr>
            <a:lstStyle/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800" kern="1200" dirty="0" smtClean="0"/>
                <a:t>GREEN LED </a:t>
              </a:r>
              <a:endParaRPr lang="en-US" sz="2800" kern="1200" dirty="0"/>
            </a:p>
          </p:txBody>
        </p:sp>
        <p:sp>
          <p:nvSpPr>
            <p:cNvPr id="7" name="Freeform 6"/>
            <p:cNvSpPr/>
            <p:nvPr/>
          </p:nvSpPr>
          <p:spPr>
            <a:xfrm>
              <a:off x="4681299" y="2488106"/>
              <a:ext cx="2829401" cy="1131760"/>
            </a:xfrm>
            <a:custGeom>
              <a:avLst/>
              <a:gdLst>
                <a:gd name="connsiteX0" fmla="*/ 0 w 2829401"/>
                <a:gd name="connsiteY0" fmla="*/ 0 h 1131760"/>
                <a:gd name="connsiteX1" fmla="*/ 2829401 w 2829401"/>
                <a:gd name="connsiteY1" fmla="*/ 0 h 1131760"/>
                <a:gd name="connsiteX2" fmla="*/ 2829401 w 2829401"/>
                <a:gd name="connsiteY2" fmla="*/ 1131760 h 1131760"/>
                <a:gd name="connsiteX3" fmla="*/ 0 w 2829401"/>
                <a:gd name="connsiteY3" fmla="*/ 1131760 h 1131760"/>
                <a:gd name="connsiteX4" fmla="*/ 0 w 2829401"/>
                <a:gd name="connsiteY4" fmla="*/ 0 h 113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401" h="1131760">
                  <a:moveTo>
                    <a:pt x="0" y="0"/>
                  </a:moveTo>
                  <a:lnTo>
                    <a:pt x="2829401" y="0"/>
                  </a:lnTo>
                  <a:lnTo>
                    <a:pt x="2829401" y="1131760"/>
                  </a:lnTo>
                  <a:lnTo>
                    <a:pt x="0" y="1131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3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13792" rIns="199136" bIns="113792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WARNING  MODE </a:t>
              </a:r>
              <a:endParaRPr lang="en-US" sz="2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4681299" y="3620444"/>
              <a:ext cx="2829401" cy="1614060"/>
            </a:xfrm>
            <a:custGeom>
              <a:avLst/>
              <a:gdLst>
                <a:gd name="connsiteX0" fmla="*/ 0 w 2829401"/>
                <a:gd name="connsiteY0" fmla="*/ 0 h 1614060"/>
                <a:gd name="connsiteX1" fmla="*/ 2829401 w 2829401"/>
                <a:gd name="connsiteY1" fmla="*/ 0 h 1614060"/>
                <a:gd name="connsiteX2" fmla="*/ 2829401 w 2829401"/>
                <a:gd name="connsiteY2" fmla="*/ 1614060 h 1614060"/>
                <a:gd name="connsiteX3" fmla="*/ 0 w 2829401"/>
                <a:gd name="connsiteY3" fmla="*/ 1614060 h 1614060"/>
                <a:gd name="connsiteX4" fmla="*/ 0 w 2829401"/>
                <a:gd name="connsiteY4" fmla="*/ 0 h 161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401" h="1614060">
                  <a:moveTo>
                    <a:pt x="0" y="0"/>
                  </a:moveTo>
                  <a:lnTo>
                    <a:pt x="2829401" y="0"/>
                  </a:lnTo>
                  <a:lnTo>
                    <a:pt x="2829401" y="1614060"/>
                  </a:lnTo>
                  <a:lnTo>
                    <a:pt x="0" y="1614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90000"/>
              </a:schemeClr>
            </a:solidFill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9352" tIns="149352" rIns="199136" bIns="224028" numCol="1" spcCol="1270" anchor="t" anchorCtr="0">
              <a:noAutofit/>
            </a:bodyPr>
            <a:lstStyle/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800" kern="1200" dirty="0" smtClean="0"/>
                <a:t>YELLOW LED </a:t>
              </a:r>
              <a:endParaRPr lang="en-US" sz="2800" kern="1200" dirty="0"/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800" kern="1200" dirty="0" smtClean="0"/>
                <a:t>RPM LIMIT </a:t>
              </a:r>
              <a:endParaRPr lang="en-US" sz="2800" kern="1200" dirty="0"/>
            </a:p>
          </p:txBody>
        </p:sp>
        <p:sp>
          <p:nvSpPr>
            <p:cNvPr id="9" name="Freeform 8"/>
            <p:cNvSpPr/>
            <p:nvPr/>
          </p:nvSpPr>
          <p:spPr>
            <a:xfrm>
              <a:off x="7906816" y="2488683"/>
              <a:ext cx="2829401" cy="1131760"/>
            </a:xfrm>
            <a:custGeom>
              <a:avLst/>
              <a:gdLst>
                <a:gd name="connsiteX0" fmla="*/ 0 w 2829401"/>
                <a:gd name="connsiteY0" fmla="*/ 0 h 1131760"/>
                <a:gd name="connsiteX1" fmla="*/ 2829401 w 2829401"/>
                <a:gd name="connsiteY1" fmla="*/ 0 h 1131760"/>
                <a:gd name="connsiteX2" fmla="*/ 2829401 w 2829401"/>
                <a:gd name="connsiteY2" fmla="*/ 1131760 h 1131760"/>
                <a:gd name="connsiteX3" fmla="*/ 0 w 2829401"/>
                <a:gd name="connsiteY3" fmla="*/ 1131760 h 1131760"/>
                <a:gd name="connsiteX4" fmla="*/ 0 w 2829401"/>
                <a:gd name="connsiteY4" fmla="*/ 0 h 113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401" h="1131760">
                  <a:moveTo>
                    <a:pt x="0" y="0"/>
                  </a:moveTo>
                  <a:lnTo>
                    <a:pt x="2829401" y="0"/>
                  </a:lnTo>
                  <a:lnTo>
                    <a:pt x="2829401" y="1131760"/>
                  </a:lnTo>
                  <a:lnTo>
                    <a:pt x="0" y="11317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1">
              <a:schemeClr val="accent4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136" tIns="113792" rIns="199136" bIns="113792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kern="12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anose="020B0A04020102020204" pitchFamily="34" charset="0"/>
                </a:rPr>
                <a:t>CRTITCAL MODE </a:t>
              </a:r>
              <a:endParaRPr lang="en-US" sz="28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7906816" y="3620444"/>
              <a:ext cx="2829401" cy="1614060"/>
            </a:xfrm>
            <a:custGeom>
              <a:avLst/>
              <a:gdLst>
                <a:gd name="connsiteX0" fmla="*/ 0 w 2829401"/>
                <a:gd name="connsiteY0" fmla="*/ 0 h 1614060"/>
                <a:gd name="connsiteX1" fmla="*/ 2829401 w 2829401"/>
                <a:gd name="connsiteY1" fmla="*/ 0 h 1614060"/>
                <a:gd name="connsiteX2" fmla="*/ 2829401 w 2829401"/>
                <a:gd name="connsiteY2" fmla="*/ 1614060 h 1614060"/>
                <a:gd name="connsiteX3" fmla="*/ 0 w 2829401"/>
                <a:gd name="connsiteY3" fmla="*/ 1614060 h 1614060"/>
                <a:gd name="connsiteX4" fmla="*/ 0 w 2829401"/>
                <a:gd name="connsiteY4" fmla="*/ 0 h 161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29401" h="1614060">
                  <a:moveTo>
                    <a:pt x="0" y="0"/>
                  </a:moveTo>
                  <a:lnTo>
                    <a:pt x="2829401" y="0"/>
                  </a:lnTo>
                  <a:lnTo>
                    <a:pt x="2829401" y="1614060"/>
                  </a:lnTo>
                  <a:lnTo>
                    <a:pt x="0" y="1614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>
                <a:alpha val="40000"/>
              </a:srgbClr>
            </a:solidFill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9352" tIns="149352" rIns="199136" bIns="224028" numCol="1" spcCol="1270" anchor="t" anchorCtr="0">
              <a:noAutofit/>
            </a:bodyPr>
            <a:lstStyle/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800" kern="1200" dirty="0" smtClean="0"/>
                <a:t>RED LED</a:t>
              </a:r>
              <a:endParaRPr lang="en-US" sz="2800" kern="1200" dirty="0"/>
            </a:p>
            <a:p>
              <a:pPr marL="285750" lvl="1" indent="-28575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2800" kern="1200" dirty="0" smtClean="0"/>
                <a:t>CONTROLLED SHUTDOWN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8983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111E-6 L 0.25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saturation sat="200000"/>
                    </a14:imgEffect>
                    <a14:imgEffect>
                      <a14:brightnessContrast bright="-26000" contrast="19000"/>
                    </a14:imgEffect>
                  </a14:imgLayer>
                </a14:imgProps>
              </a:ext>
            </a:extLst>
          </a:blip>
          <a:srcRect l="1517" t="-267" r="43080" b="56774"/>
          <a:stretch/>
        </p:blipFill>
        <p:spPr>
          <a:xfrm rot="16200000">
            <a:off x="14233184" y="-531279"/>
            <a:ext cx="2803697" cy="3165855"/>
          </a:xfrm>
          <a:prstGeom prst="rect">
            <a:avLst/>
          </a:prstGeom>
          <a:ln w="38100">
            <a:solidFill>
              <a:schemeClr val="tx1">
                <a:alpha val="57000"/>
              </a:schemeClr>
            </a:solidFill>
          </a:ln>
          <a:effectLst>
            <a:glow rad="101600">
              <a:srgbClr val="12060B"/>
            </a:glow>
            <a:innerShdw blurRad="63500" dist="50800" dir="8100000">
              <a:prstClr val="black">
                <a:alpha val="36000"/>
              </a:prstClr>
            </a:inn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saturation sat="200000"/>
                    </a14:imgEffect>
                    <a14:imgEffect>
                      <a14:brightnessContrast bright="-26000" contrast="19000"/>
                    </a14:imgEffect>
                  </a14:imgLayer>
                </a14:imgProps>
              </a:ext>
            </a:extLst>
          </a:blip>
          <a:srcRect r="56670"/>
          <a:stretch/>
        </p:blipFill>
        <p:spPr>
          <a:xfrm rot="16200000">
            <a:off x="4694152" y="-4694156"/>
            <a:ext cx="2803697" cy="12192001"/>
          </a:xfrm>
          <a:prstGeom prst="rect">
            <a:avLst/>
          </a:prstGeom>
          <a:ln w="38100">
            <a:solidFill>
              <a:schemeClr val="tx1">
                <a:alpha val="57000"/>
              </a:schemeClr>
            </a:solidFill>
          </a:ln>
          <a:effectLst>
            <a:glow rad="101600">
              <a:srgbClr val="12060B"/>
            </a:glow>
            <a:innerShdw blurRad="63500" dist="50800" dir="8100000">
              <a:prstClr val="black">
                <a:alpha val="36000"/>
              </a:prstClr>
            </a:inn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8000"/>
                    </a14:imgEffect>
                    <a14:imgEffect>
                      <a14:saturation sat="200000"/>
                    </a14:imgEffect>
                    <a14:imgEffect>
                      <a14:brightnessContrast bright="-26000" contrast="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10807621" y="-4730361"/>
            <a:ext cx="2768758" cy="4144218"/>
          </a:xfrm>
          <a:prstGeom prst="rect">
            <a:avLst/>
          </a:prstGeom>
          <a:ln w="38100">
            <a:solidFill>
              <a:schemeClr val="tx1">
                <a:alpha val="57000"/>
              </a:schemeClr>
            </a:solidFill>
          </a:ln>
          <a:effectLst>
            <a:glow rad="101600">
              <a:srgbClr val="12060B"/>
            </a:glow>
            <a:innerShdw blurRad="63500" dist="50800" dir="8100000">
              <a:prstClr val="black">
                <a:alpha val="36000"/>
              </a:prstClr>
            </a:inn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2" y="856014"/>
            <a:ext cx="11029348" cy="1747486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 smtClean="0">
                <a:solidFill>
                  <a:schemeClr val="bg1"/>
                </a:solidFill>
                <a:latin typeface="Segoe Script" panose="030B0504020000000003" pitchFamily="66" charset="0"/>
                <a:cs typeface="Microsoft Uighur" panose="02000000000000000000" pitchFamily="2" charset="-78"/>
              </a:rPr>
              <a:t>WHY THIS IS MORE THAN BASIC MOTOR </a:t>
            </a:r>
            <a:r>
              <a:rPr lang="en-US" sz="4000" b="1" dirty="0" smtClean="0">
                <a:solidFill>
                  <a:schemeClr val="bg1"/>
                </a:solidFill>
                <a:latin typeface="Segoe Script" panose="030B0504020000000003" pitchFamily="66" charset="0"/>
                <a:cs typeface="Microsoft Uighur" panose="02000000000000000000" pitchFamily="2" charset="-78"/>
              </a:rPr>
              <a:t>CONTROL ???</a:t>
            </a:r>
            <a:endParaRPr lang="en-US" sz="4000" b="1" dirty="0">
              <a:solidFill>
                <a:schemeClr val="bg1"/>
              </a:solidFill>
              <a:latin typeface="Segoe Script" panose="030B0504020000000003" pitchFamily="66" charset="0"/>
              <a:cs typeface="Microsoft Uighur" panose="020000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432" y="3459513"/>
            <a:ext cx="6419248" cy="2678999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Maiandra GD" panose="020E0502030308020204" pitchFamily="34" charset="0"/>
              </a:rPr>
              <a:t>Closed-Loop RPM feedback</a:t>
            </a:r>
          </a:p>
          <a:p>
            <a:r>
              <a:rPr lang="en-US" sz="3200" dirty="0" smtClean="0">
                <a:latin typeface="Maiandra GD" panose="020E0502030308020204" pitchFamily="34" charset="0"/>
              </a:rPr>
              <a:t>Progressive Warning System</a:t>
            </a:r>
          </a:p>
          <a:p>
            <a:r>
              <a:rPr lang="en-US" sz="3200" dirty="0" smtClean="0">
                <a:latin typeface="Maiandra GD" panose="020E0502030308020204" pitchFamily="34" charset="0"/>
              </a:rPr>
              <a:t>Smooth Spool-up / Spool-down</a:t>
            </a:r>
          </a:p>
          <a:p>
            <a:r>
              <a:rPr lang="en-US" sz="3200" dirty="0" smtClean="0">
                <a:latin typeface="Maiandra GD" panose="020E0502030308020204" pitchFamily="34" charset="0"/>
              </a:rPr>
              <a:t>Intelligent thermal protection</a:t>
            </a:r>
            <a:endParaRPr lang="en-US" sz="3200" dirty="0">
              <a:latin typeface="Maiandra GD" panose="020E0502030308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391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Cooper Black" panose="0208090404030B020404" pitchFamily="18" charset="0"/>
              </a:rPr>
              <a:t>CONCLUSION</a:t>
            </a:r>
            <a:endParaRPr lang="en-US" b="1" dirty="0">
              <a:latin typeface="Cooper Black" panose="0208090404030B0204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215" r="18937"/>
          <a:stretch/>
        </p:blipFill>
        <p:spPr>
          <a:xfrm>
            <a:off x="537217" y="2808288"/>
            <a:ext cx="4860283" cy="3685036"/>
          </a:xfrm>
        </p:spPr>
      </p:pic>
      <p:sp>
        <p:nvSpPr>
          <p:cNvPr id="5" name="TextBox 4"/>
          <p:cNvSpPr txBox="1"/>
          <p:nvPr/>
        </p:nvSpPr>
        <p:spPr>
          <a:xfrm>
            <a:off x="444500" y="1690688"/>
            <a:ext cx="11493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Successfully bridged embedded electronics with Aerospace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ontrol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ystem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422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1" t="5938" r="1" b="5938"/>
          <a:stretch/>
        </p:blipFill>
        <p:spPr>
          <a:xfrm>
            <a:off x="-1" y="0"/>
            <a:ext cx="12192003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2670463" y="-2670465"/>
            <a:ext cx="6858001" cy="121989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300" y="1943100"/>
            <a:ext cx="7569199" cy="1547513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  <a:latin typeface="Cooper Black" panose="0208090404030B020404" pitchFamily="18" charset="0"/>
              </a:rPr>
              <a:t>ANY QUESTIONS ??? </a:t>
            </a:r>
            <a:endParaRPr lang="en-US" sz="4800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16901" y="5372101"/>
            <a:ext cx="4430696" cy="60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THANKYOU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!!!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82154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109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Cooper Black</vt:lpstr>
      <vt:lpstr>Maiandra GD</vt:lpstr>
      <vt:lpstr>Microsoft Uighur</vt:lpstr>
      <vt:lpstr>Segoe Script</vt:lpstr>
      <vt:lpstr>Wingdings</vt:lpstr>
      <vt:lpstr>Office Theme</vt:lpstr>
      <vt:lpstr>MINI FADEC </vt:lpstr>
      <vt:lpstr>PROBLEM STATEMENT </vt:lpstr>
      <vt:lpstr>SYSTEM ARCHITECTURE </vt:lpstr>
      <vt:lpstr>CONTROL LOGIC</vt:lpstr>
      <vt:lpstr>WHY THIS IS MORE THAN BASIC MOTOR CONTROL ???</vt:lpstr>
      <vt:lpstr>CONCLUSION</vt:lpstr>
      <vt:lpstr>ANY QUESTIONS ??? 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FADEC</dc:title>
  <dc:creator>Ayesha</dc:creator>
  <cp:lastModifiedBy>Ayesha </cp:lastModifiedBy>
  <cp:revision>27</cp:revision>
  <dcterms:created xsi:type="dcterms:W3CDTF">2026-05-02T15:00:06Z</dcterms:created>
  <dcterms:modified xsi:type="dcterms:W3CDTF">2026-05-03T13:12:12Z</dcterms:modified>
</cp:coreProperties>
</file>